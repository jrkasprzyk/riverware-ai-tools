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Aspen Pool Elevation</c:v>
                </c:pt>
              </c:strCache>
            </c:strRef>
          </c:tx>
          <c:spPr>
            <a:ln w="22225">
              <a:solidFill>
                <a:srgbClr val="2563A8"/>
              </a:solidFill>
            </a:ln>
          </c:spPr>
          <c:marker>
            <c:symbol val="none"/>
          </c:marker>
          <c:cat>
            <c:numRef>
              <c:f>Sheet1!$A$2:$A$367</c:f>
              <c:numCache>
                <c:formatCode>yyyy-mm-dd</c:formatCode>
                <c:ptCount val="366"/>
                <c:pt idx="0">
                  <c:v>43101.0</c:v>
                </c:pt>
                <c:pt idx="1">
                  <c:v>43102.0</c:v>
                </c:pt>
                <c:pt idx="2">
                  <c:v>43103.0</c:v>
                </c:pt>
                <c:pt idx="3">
                  <c:v>43104.0</c:v>
                </c:pt>
                <c:pt idx="4">
                  <c:v>43105.0</c:v>
                </c:pt>
                <c:pt idx="5">
                  <c:v>43106.0</c:v>
                </c:pt>
                <c:pt idx="6">
                  <c:v>43107.0</c:v>
                </c:pt>
                <c:pt idx="7">
                  <c:v>43108.0</c:v>
                </c:pt>
                <c:pt idx="8">
                  <c:v>43109.0</c:v>
                </c:pt>
                <c:pt idx="9">
                  <c:v>43110.0</c:v>
                </c:pt>
                <c:pt idx="10">
                  <c:v>43111.0</c:v>
                </c:pt>
                <c:pt idx="11">
                  <c:v>43112.0</c:v>
                </c:pt>
                <c:pt idx="12">
                  <c:v>43113.0</c:v>
                </c:pt>
                <c:pt idx="13">
                  <c:v>43114.0</c:v>
                </c:pt>
                <c:pt idx="14">
                  <c:v>43115.0</c:v>
                </c:pt>
                <c:pt idx="15">
                  <c:v>43116.0</c:v>
                </c:pt>
                <c:pt idx="16">
                  <c:v>43117.0</c:v>
                </c:pt>
                <c:pt idx="17">
                  <c:v>43118.0</c:v>
                </c:pt>
                <c:pt idx="18">
                  <c:v>43119.0</c:v>
                </c:pt>
                <c:pt idx="19">
                  <c:v>43120.0</c:v>
                </c:pt>
                <c:pt idx="20">
                  <c:v>43121.0</c:v>
                </c:pt>
                <c:pt idx="21">
                  <c:v>43122.0</c:v>
                </c:pt>
                <c:pt idx="22">
                  <c:v>43123.0</c:v>
                </c:pt>
                <c:pt idx="23">
                  <c:v>43124.0</c:v>
                </c:pt>
                <c:pt idx="24">
                  <c:v>43125.0</c:v>
                </c:pt>
                <c:pt idx="25">
                  <c:v>43126.0</c:v>
                </c:pt>
                <c:pt idx="26">
                  <c:v>43127.0</c:v>
                </c:pt>
                <c:pt idx="27">
                  <c:v>43128.0</c:v>
                </c:pt>
                <c:pt idx="28">
                  <c:v>43129.0</c:v>
                </c:pt>
                <c:pt idx="29">
                  <c:v>43130.0</c:v>
                </c:pt>
                <c:pt idx="30">
                  <c:v>43131.0</c:v>
                </c:pt>
                <c:pt idx="31">
                  <c:v>43132.0</c:v>
                </c:pt>
                <c:pt idx="32">
                  <c:v>43133.0</c:v>
                </c:pt>
                <c:pt idx="33">
                  <c:v>43134.0</c:v>
                </c:pt>
                <c:pt idx="34">
                  <c:v>43135.0</c:v>
                </c:pt>
                <c:pt idx="35">
                  <c:v>43136.0</c:v>
                </c:pt>
                <c:pt idx="36">
                  <c:v>43137.0</c:v>
                </c:pt>
                <c:pt idx="37">
                  <c:v>43138.0</c:v>
                </c:pt>
                <c:pt idx="38">
                  <c:v>43139.0</c:v>
                </c:pt>
                <c:pt idx="39">
                  <c:v>43140.0</c:v>
                </c:pt>
                <c:pt idx="40">
                  <c:v>43141.0</c:v>
                </c:pt>
                <c:pt idx="41">
                  <c:v>43142.0</c:v>
                </c:pt>
                <c:pt idx="42">
                  <c:v>43143.0</c:v>
                </c:pt>
                <c:pt idx="43">
                  <c:v>43144.0</c:v>
                </c:pt>
                <c:pt idx="44">
                  <c:v>43145.0</c:v>
                </c:pt>
                <c:pt idx="45">
                  <c:v>43146.0</c:v>
                </c:pt>
                <c:pt idx="46">
                  <c:v>43147.0</c:v>
                </c:pt>
                <c:pt idx="47">
                  <c:v>43148.0</c:v>
                </c:pt>
                <c:pt idx="48">
                  <c:v>43149.0</c:v>
                </c:pt>
                <c:pt idx="49">
                  <c:v>43150.0</c:v>
                </c:pt>
                <c:pt idx="50">
                  <c:v>43151.0</c:v>
                </c:pt>
                <c:pt idx="51">
                  <c:v>43152.0</c:v>
                </c:pt>
                <c:pt idx="52">
                  <c:v>43153.0</c:v>
                </c:pt>
                <c:pt idx="53">
                  <c:v>43154.0</c:v>
                </c:pt>
                <c:pt idx="54">
                  <c:v>43155.0</c:v>
                </c:pt>
                <c:pt idx="55">
                  <c:v>43156.0</c:v>
                </c:pt>
                <c:pt idx="56">
                  <c:v>43157.0</c:v>
                </c:pt>
                <c:pt idx="57">
                  <c:v>43158.0</c:v>
                </c:pt>
                <c:pt idx="58">
                  <c:v>43159.0</c:v>
                </c:pt>
                <c:pt idx="59">
                  <c:v>43160.0</c:v>
                </c:pt>
                <c:pt idx="60">
                  <c:v>43161.0</c:v>
                </c:pt>
                <c:pt idx="61">
                  <c:v>43162.0</c:v>
                </c:pt>
                <c:pt idx="62">
                  <c:v>43163.0</c:v>
                </c:pt>
                <c:pt idx="63">
                  <c:v>43164.0</c:v>
                </c:pt>
                <c:pt idx="64">
                  <c:v>43165.0</c:v>
                </c:pt>
                <c:pt idx="65">
                  <c:v>43166.0</c:v>
                </c:pt>
                <c:pt idx="66">
                  <c:v>43167.0</c:v>
                </c:pt>
                <c:pt idx="67">
                  <c:v>43168.0</c:v>
                </c:pt>
                <c:pt idx="68">
                  <c:v>43169.0</c:v>
                </c:pt>
                <c:pt idx="69">
                  <c:v>43170.0</c:v>
                </c:pt>
                <c:pt idx="70">
                  <c:v>43171.0</c:v>
                </c:pt>
                <c:pt idx="71">
                  <c:v>43172.0</c:v>
                </c:pt>
                <c:pt idx="72">
                  <c:v>43173.0</c:v>
                </c:pt>
                <c:pt idx="73">
                  <c:v>43174.0</c:v>
                </c:pt>
                <c:pt idx="74">
                  <c:v>43175.0</c:v>
                </c:pt>
                <c:pt idx="75">
                  <c:v>43176.0</c:v>
                </c:pt>
                <c:pt idx="76">
                  <c:v>43177.0</c:v>
                </c:pt>
                <c:pt idx="77">
                  <c:v>43178.0</c:v>
                </c:pt>
                <c:pt idx="78">
                  <c:v>43179.0</c:v>
                </c:pt>
                <c:pt idx="79">
                  <c:v>43180.0</c:v>
                </c:pt>
                <c:pt idx="80">
                  <c:v>43181.0</c:v>
                </c:pt>
                <c:pt idx="81">
                  <c:v>43182.0</c:v>
                </c:pt>
                <c:pt idx="82">
                  <c:v>43183.0</c:v>
                </c:pt>
                <c:pt idx="83">
                  <c:v>43184.0</c:v>
                </c:pt>
                <c:pt idx="84">
                  <c:v>43185.0</c:v>
                </c:pt>
                <c:pt idx="85">
                  <c:v>43186.0</c:v>
                </c:pt>
                <c:pt idx="86">
                  <c:v>43187.0</c:v>
                </c:pt>
                <c:pt idx="87">
                  <c:v>43188.0</c:v>
                </c:pt>
                <c:pt idx="88">
                  <c:v>43189.0</c:v>
                </c:pt>
                <c:pt idx="89">
                  <c:v>43190.0</c:v>
                </c:pt>
                <c:pt idx="90">
                  <c:v>43191.0</c:v>
                </c:pt>
                <c:pt idx="91">
                  <c:v>43192.0</c:v>
                </c:pt>
                <c:pt idx="92">
                  <c:v>43193.0</c:v>
                </c:pt>
                <c:pt idx="93">
                  <c:v>43194.0</c:v>
                </c:pt>
                <c:pt idx="94">
                  <c:v>43195.0</c:v>
                </c:pt>
                <c:pt idx="95">
                  <c:v>43196.0</c:v>
                </c:pt>
                <c:pt idx="96">
                  <c:v>43197.0</c:v>
                </c:pt>
                <c:pt idx="97">
                  <c:v>43198.0</c:v>
                </c:pt>
                <c:pt idx="98">
                  <c:v>43199.0</c:v>
                </c:pt>
                <c:pt idx="99">
                  <c:v>43200.0</c:v>
                </c:pt>
                <c:pt idx="100">
                  <c:v>43201.0</c:v>
                </c:pt>
                <c:pt idx="101">
                  <c:v>43202.0</c:v>
                </c:pt>
                <c:pt idx="102">
                  <c:v>43203.0</c:v>
                </c:pt>
                <c:pt idx="103">
                  <c:v>43204.0</c:v>
                </c:pt>
                <c:pt idx="104">
                  <c:v>43205.0</c:v>
                </c:pt>
                <c:pt idx="105">
                  <c:v>43206.0</c:v>
                </c:pt>
                <c:pt idx="106">
                  <c:v>43207.0</c:v>
                </c:pt>
                <c:pt idx="107">
                  <c:v>43208.0</c:v>
                </c:pt>
                <c:pt idx="108">
                  <c:v>43209.0</c:v>
                </c:pt>
                <c:pt idx="109">
                  <c:v>43210.0</c:v>
                </c:pt>
                <c:pt idx="110">
                  <c:v>43211.0</c:v>
                </c:pt>
                <c:pt idx="111">
                  <c:v>43212.0</c:v>
                </c:pt>
                <c:pt idx="112">
                  <c:v>43213.0</c:v>
                </c:pt>
                <c:pt idx="113">
                  <c:v>43214.0</c:v>
                </c:pt>
                <c:pt idx="114">
                  <c:v>43215.0</c:v>
                </c:pt>
                <c:pt idx="115">
                  <c:v>43216.0</c:v>
                </c:pt>
                <c:pt idx="116">
                  <c:v>43217.0</c:v>
                </c:pt>
                <c:pt idx="117">
                  <c:v>43218.0</c:v>
                </c:pt>
                <c:pt idx="118">
                  <c:v>43219.0</c:v>
                </c:pt>
                <c:pt idx="119">
                  <c:v>43220.0</c:v>
                </c:pt>
                <c:pt idx="120">
                  <c:v>43221.0</c:v>
                </c:pt>
                <c:pt idx="121">
                  <c:v>43222.0</c:v>
                </c:pt>
                <c:pt idx="122">
                  <c:v>43223.0</c:v>
                </c:pt>
                <c:pt idx="123">
                  <c:v>43224.0</c:v>
                </c:pt>
                <c:pt idx="124">
                  <c:v>43225.0</c:v>
                </c:pt>
                <c:pt idx="125">
                  <c:v>43226.0</c:v>
                </c:pt>
                <c:pt idx="126">
                  <c:v>43227.0</c:v>
                </c:pt>
                <c:pt idx="127">
                  <c:v>43228.0</c:v>
                </c:pt>
                <c:pt idx="128">
                  <c:v>43229.0</c:v>
                </c:pt>
                <c:pt idx="129">
                  <c:v>43230.0</c:v>
                </c:pt>
                <c:pt idx="130">
                  <c:v>43231.0</c:v>
                </c:pt>
                <c:pt idx="131">
                  <c:v>43232.0</c:v>
                </c:pt>
                <c:pt idx="132">
                  <c:v>43233.0</c:v>
                </c:pt>
                <c:pt idx="133">
                  <c:v>43234.0</c:v>
                </c:pt>
                <c:pt idx="134">
                  <c:v>43235.0</c:v>
                </c:pt>
                <c:pt idx="135">
                  <c:v>43236.0</c:v>
                </c:pt>
                <c:pt idx="136">
                  <c:v>43237.0</c:v>
                </c:pt>
                <c:pt idx="137">
                  <c:v>43238.0</c:v>
                </c:pt>
                <c:pt idx="138">
                  <c:v>43239.0</c:v>
                </c:pt>
                <c:pt idx="139">
                  <c:v>43240.0</c:v>
                </c:pt>
                <c:pt idx="140">
                  <c:v>43241.0</c:v>
                </c:pt>
                <c:pt idx="141">
                  <c:v>43242.0</c:v>
                </c:pt>
                <c:pt idx="142">
                  <c:v>43243.0</c:v>
                </c:pt>
                <c:pt idx="143">
                  <c:v>43244.0</c:v>
                </c:pt>
                <c:pt idx="144">
                  <c:v>43245.0</c:v>
                </c:pt>
                <c:pt idx="145">
                  <c:v>43246.0</c:v>
                </c:pt>
                <c:pt idx="146">
                  <c:v>43247.0</c:v>
                </c:pt>
                <c:pt idx="147">
                  <c:v>43248.0</c:v>
                </c:pt>
                <c:pt idx="148">
                  <c:v>43249.0</c:v>
                </c:pt>
                <c:pt idx="149">
                  <c:v>43250.0</c:v>
                </c:pt>
                <c:pt idx="150">
                  <c:v>43251.0</c:v>
                </c:pt>
                <c:pt idx="151">
                  <c:v>43252.0</c:v>
                </c:pt>
                <c:pt idx="152">
                  <c:v>43253.0</c:v>
                </c:pt>
                <c:pt idx="153">
                  <c:v>43254.0</c:v>
                </c:pt>
                <c:pt idx="154">
                  <c:v>43255.0</c:v>
                </c:pt>
                <c:pt idx="155">
                  <c:v>43256.0</c:v>
                </c:pt>
                <c:pt idx="156">
                  <c:v>43257.0</c:v>
                </c:pt>
                <c:pt idx="157">
                  <c:v>43258.0</c:v>
                </c:pt>
                <c:pt idx="158">
                  <c:v>43259.0</c:v>
                </c:pt>
                <c:pt idx="159">
                  <c:v>43260.0</c:v>
                </c:pt>
                <c:pt idx="160">
                  <c:v>43261.0</c:v>
                </c:pt>
                <c:pt idx="161">
                  <c:v>43262.0</c:v>
                </c:pt>
                <c:pt idx="162">
                  <c:v>43263.0</c:v>
                </c:pt>
                <c:pt idx="163">
                  <c:v>43264.0</c:v>
                </c:pt>
                <c:pt idx="164">
                  <c:v>43265.0</c:v>
                </c:pt>
                <c:pt idx="165">
                  <c:v>43266.0</c:v>
                </c:pt>
                <c:pt idx="166">
                  <c:v>43267.0</c:v>
                </c:pt>
                <c:pt idx="167">
                  <c:v>43268.0</c:v>
                </c:pt>
                <c:pt idx="168">
                  <c:v>43269.0</c:v>
                </c:pt>
                <c:pt idx="169">
                  <c:v>43270.0</c:v>
                </c:pt>
                <c:pt idx="170">
                  <c:v>43271.0</c:v>
                </c:pt>
                <c:pt idx="171">
                  <c:v>43272.0</c:v>
                </c:pt>
                <c:pt idx="172">
                  <c:v>43273.0</c:v>
                </c:pt>
                <c:pt idx="173">
                  <c:v>43274.0</c:v>
                </c:pt>
                <c:pt idx="174">
                  <c:v>43275.0</c:v>
                </c:pt>
                <c:pt idx="175">
                  <c:v>43276.0</c:v>
                </c:pt>
                <c:pt idx="176">
                  <c:v>43277.0</c:v>
                </c:pt>
                <c:pt idx="177">
                  <c:v>43278.0</c:v>
                </c:pt>
                <c:pt idx="178">
                  <c:v>43279.0</c:v>
                </c:pt>
                <c:pt idx="179">
                  <c:v>43280.0</c:v>
                </c:pt>
                <c:pt idx="180">
                  <c:v>43281.0</c:v>
                </c:pt>
                <c:pt idx="181">
                  <c:v>43282.0</c:v>
                </c:pt>
                <c:pt idx="182">
                  <c:v>43283.0</c:v>
                </c:pt>
                <c:pt idx="183">
                  <c:v>43284.0</c:v>
                </c:pt>
                <c:pt idx="184">
                  <c:v>43285.0</c:v>
                </c:pt>
                <c:pt idx="185">
                  <c:v>43286.0</c:v>
                </c:pt>
                <c:pt idx="186">
                  <c:v>43287.0</c:v>
                </c:pt>
                <c:pt idx="187">
                  <c:v>43288.0</c:v>
                </c:pt>
                <c:pt idx="188">
                  <c:v>43289.0</c:v>
                </c:pt>
                <c:pt idx="189">
                  <c:v>43290.0</c:v>
                </c:pt>
                <c:pt idx="190">
                  <c:v>43291.0</c:v>
                </c:pt>
                <c:pt idx="191">
                  <c:v>43292.0</c:v>
                </c:pt>
                <c:pt idx="192">
                  <c:v>43293.0</c:v>
                </c:pt>
                <c:pt idx="193">
                  <c:v>43294.0</c:v>
                </c:pt>
                <c:pt idx="194">
                  <c:v>43295.0</c:v>
                </c:pt>
                <c:pt idx="195">
                  <c:v>43296.0</c:v>
                </c:pt>
                <c:pt idx="196">
                  <c:v>43297.0</c:v>
                </c:pt>
                <c:pt idx="197">
                  <c:v>43298.0</c:v>
                </c:pt>
                <c:pt idx="198">
                  <c:v>43299.0</c:v>
                </c:pt>
                <c:pt idx="199">
                  <c:v>43300.0</c:v>
                </c:pt>
                <c:pt idx="200">
                  <c:v>43301.0</c:v>
                </c:pt>
                <c:pt idx="201">
                  <c:v>43302.0</c:v>
                </c:pt>
                <c:pt idx="202">
                  <c:v>43303.0</c:v>
                </c:pt>
                <c:pt idx="203">
                  <c:v>43304.0</c:v>
                </c:pt>
                <c:pt idx="204">
                  <c:v>43305.0</c:v>
                </c:pt>
                <c:pt idx="205">
                  <c:v>43306.0</c:v>
                </c:pt>
                <c:pt idx="206">
                  <c:v>43307.0</c:v>
                </c:pt>
                <c:pt idx="207">
                  <c:v>43308.0</c:v>
                </c:pt>
                <c:pt idx="208">
                  <c:v>43309.0</c:v>
                </c:pt>
                <c:pt idx="209">
                  <c:v>43310.0</c:v>
                </c:pt>
                <c:pt idx="210">
                  <c:v>43311.0</c:v>
                </c:pt>
                <c:pt idx="211">
                  <c:v>43312.0</c:v>
                </c:pt>
                <c:pt idx="212">
                  <c:v>43313.0</c:v>
                </c:pt>
                <c:pt idx="213">
                  <c:v>43314.0</c:v>
                </c:pt>
                <c:pt idx="214">
                  <c:v>43315.0</c:v>
                </c:pt>
                <c:pt idx="215">
                  <c:v>43316.0</c:v>
                </c:pt>
                <c:pt idx="216">
                  <c:v>43317.0</c:v>
                </c:pt>
                <c:pt idx="217">
                  <c:v>43318.0</c:v>
                </c:pt>
                <c:pt idx="218">
                  <c:v>43319.0</c:v>
                </c:pt>
                <c:pt idx="219">
                  <c:v>43320.0</c:v>
                </c:pt>
                <c:pt idx="220">
                  <c:v>43321.0</c:v>
                </c:pt>
                <c:pt idx="221">
                  <c:v>43322.0</c:v>
                </c:pt>
                <c:pt idx="222">
                  <c:v>43323.0</c:v>
                </c:pt>
                <c:pt idx="223">
                  <c:v>43324.0</c:v>
                </c:pt>
                <c:pt idx="224">
                  <c:v>43325.0</c:v>
                </c:pt>
                <c:pt idx="225">
                  <c:v>43326.0</c:v>
                </c:pt>
                <c:pt idx="226">
                  <c:v>43327.0</c:v>
                </c:pt>
                <c:pt idx="227">
                  <c:v>43328.0</c:v>
                </c:pt>
                <c:pt idx="228">
                  <c:v>43329.0</c:v>
                </c:pt>
                <c:pt idx="229">
                  <c:v>43330.0</c:v>
                </c:pt>
                <c:pt idx="230">
                  <c:v>43331.0</c:v>
                </c:pt>
                <c:pt idx="231">
                  <c:v>43332.0</c:v>
                </c:pt>
                <c:pt idx="232">
                  <c:v>43333.0</c:v>
                </c:pt>
                <c:pt idx="233">
                  <c:v>43334.0</c:v>
                </c:pt>
                <c:pt idx="234">
                  <c:v>43335.0</c:v>
                </c:pt>
                <c:pt idx="235">
                  <c:v>43336.0</c:v>
                </c:pt>
                <c:pt idx="236">
                  <c:v>43337.0</c:v>
                </c:pt>
                <c:pt idx="237">
                  <c:v>43338.0</c:v>
                </c:pt>
                <c:pt idx="238">
                  <c:v>43339.0</c:v>
                </c:pt>
                <c:pt idx="239">
                  <c:v>43340.0</c:v>
                </c:pt>
                <c:pt idx="240">
                  <c:v>43341.0</c:v>
                </c:pt>
                <c:pt idx="241">
                  <c:v>43342.0</c:v>
                </c:pt>
                <c:pt idx="242">
                  <c:v>43343.0</c:v>
                </c:pt>
                <c:pt idx="243">
                  <c:v>43344.0</c:v>
                </c:pt>
                <c:pt idx="244">
                  <c:v>43345.0</c:v>
                </c:pt>
                <c:pt idx="245">
                  <c:v>43346.0</c:v>
                </c:pt>
                <c:pt idx="246">
                  <c:v>43347.0</c:v>
                </c:pt>
                <c:pt idx="247">
                  <c:v>43348.0</c:v>
                </c:pt>
                <c:pt idx="248">
                  <c:v>43349.0</c:v>
                </c:pt>
                <c:pt idx="249">
                  <c:v>43350.0</c:v>
                </c:pt>
                <c:pt idx="250">
                  <c:v>43351.0</c:v>
                </c:pt>
                <c:pt idx="251">
                  <c:v>43352.0</c:v>
                </c:pt>
                <c:pt idx="252">
                  <c:v>43353.0</c:v>
                </c:pt>
                <c:pt idx="253">
                  <c:v>43354.0</c:v>
                </c:pt>
                <c:pt idx="254">
                  <c:v>43355.0</c:v>
                </c:pt>
                <c:pt idx="255">
                  <c:v>43356.0</c:v>
                </c:pt>
                <c:pt idx="256">
                  <c:v>43357.0</c:v>
                </c:pt>
                <c:pt idx="257">
                  <c:v>43358.0</c:v>
                </c:pt>
                <c:pt idx="258">
                  <c:v>43359.0</c:v>
                </c:pt>
                <c:pt idx="259">
                  <c:v>43360.0</c:v>
                </c:pt>
                <c:pt idx="260">
                  <c:v>43361.0</c:v>
                </c:pt>
                <c:pt idx="261">
                  <c:v>43362.0</c:v>
                </c:pt>
                <c:pt idx="262">
                  <c:v>43363.0</c:v>
                </c:pt>
                <c:pt idx="263">
                  <c:v>43364.0</c:v>
                </c:pt>
                <c:pt idx="264">
                  <c:v>43365.0</c:v>
                </c:pt>
                <c:pt idx="265">
                  <c:v>43366.0</c:v>
                </c:pt>
                <c:pt idx="266">
                  <c:v>43367.0</c:v>
                </c:pt>
                <c:pt idx="267">
                  <c:v>43368.0</c:v>
                </c:pt>
                <c:pt idx="268">
                  <c:v>43369.0</c:v>
                </c:pt>
                <c:pt idx="269">
                  <c:v>43370.0</c:v>
                </c:pt>
                <c:pt idx="270">
                  <c:v>43371.0</c:v>
                </c:pt>
                <c:pt idx="271">
                  <c:v>43372.0</c:v>
                </c:pt>
                <c:pt idx="272">
                  <c:v>43373.0</c:v>
                </c:pt>
                <c:pt idx="273">
                  <c:v>43374.0</c:v>
                </c:pt>
                <c:pt idx="274">
                  <c:v>43375.0</c:v>
                </c:pt>
                <c:pt idx="275">
                  <c:v>43376.0</c:v>
                </c:pt>
                <c:pt idx="276">
                  <c:v>43377.0</c:v>
                </c:pt>
                <c:pt idx="277">
                  <c:v>43378.0</c:v>
                </c:pt>
                <c:pt idx="278">
                  <c:v>43379.0</c:v>
                </c:pt>
                <c:pt idx="279">
                  <c:v>43380.0</c:v>
                </c:pt>
                <c:pt idx="280">
                  <c:v>43381.0</c:v>
                </c:pt>
                <c:pt idx="281">
                  <c:v>43382.0</c:v>
                </c:pt>
                <c:pt idx="282">
                  <c:v>43383.0</c:v>
                </c:pt>
                <c:pt idx="283">
                  <c:v>43384.0</c:v>
                </c:pt>
                <c:pt idx="284">
                  <c:v>43385.0</c:v>
                </c:pt>
                <c:pt idx="285">
                  <c:v>43386.0</c:v>
                </c:pt>
                <c:pt idx="286">
                  <c:v>43387.0</c:v>
                </c:pt>
                <c:pt idx="287">
                  <c:v>43388.0</c:v>
                </c:pt>
                <c:pt idx="288">
                  <c:v>43389.0</c:v>
                </c:pt>
                <c:pt idx="289">
                  <c:v>43390.0</c:v>
                </c:pt>
                <c:pt idx="290">
                  <c:v>43391.0</c:v>
                </c:pt>
                <c:pt idx="291">
                  <c:v>43392.0</c:v>
                </c:pt>
                <c:pt idx="292">
                  <c:v>43393.0</c:v>
                </c:pt>
                <c:pt idx="293">
                  <c:v>43394.0</c:v>
                </c:pt>
                <c:pt idx="294">
                  <c:v>43395.0</c:v>
                </c:pt>
                <c:pt idx="295">
                  <c:v>43396.0</c:v>
                </c:pt>
                <c:pt idx="296">
                  <c:v>43397.0</c:v>
                </c:pt>
                <c:pt idx="297">
                  <c:v>43398.0</c:v>
                </c:pt>
                <c:pt idx="298">
                  <c:v>43399.0</c:v>
                </c:pt>
                <c:pt idx="299">
                  <c:v>43400.0</c:v>
                </c:pt>
                <c:pt idx="300">
                  <c:v>43401.0</c:v>
                </c:pt>
                <c:pt idx="301">
                  <c:v>43402.0</c:v>
                </c:pt>
                <c:pt idx="302">
                  <c:v>43403.0</c:v>
                </c:pt>
                <c:pt idx="303">
                  <c:v>43404.0</c:v>
                </c:pt>
                <c:pt idx="304">
                  <c:v>43405.0</c:v>
                </c:pt>
                <c:pt idx="305">
                  <c:v>43406.0</c:v>
                </c:pt>
                <c:pt idx="306">
                  <c:v>43407.0</c:v>
                </c:pt>
                <c:pt idx="307">
                  <c:v>43408.0</c:v>
                </c:pt>
                <c:pt idx="308">
                  <c:v>43409.0</c:v>
                </c:pt>
                <c:pt idx="309">
                  <c:v>43410.0</c:v>
                </c:pt>
                <c:pt idx="310">
                  <c:v>43411.0</c:v>
                </c:pt>
                <c:pt idx="311">
                  <c:v>43412.0</c:v>
                </c:pt>
                <c:pt idx="312">
                  <c:v>43413.0</c:v>
                </c:pt>
                <c:pt idx="313">
                  <c:v>43414.0</c:v>
                </c:pt>
                <c:pt idx="314">
                  <c:v>43415.0</c:v>
                </c:pt>
                <c:pt idx="315">
                  <c:v>43416.0</c:v>
                </c:pt>
                <c:pt idx="316">
                  <c:v>43417.0</c:v>
                </c:pt>
                <c:pt idx="317">
                  <c:v>43418.0</c:v>
                </c:pt>
                <c:pt idx="318">
                  <c:v>43419.0</c:v>
                </c:pt>
                <c:pt idx="319">
                  <c:v>43420.0</c:v>
                </c:pt>
                <c:pt idx="320">
                  <c:v>43421.0</c:v>
                </c:pt>
                <c:pt idx="321">
                  <c:v>43422.0</c:v>
                </c:pt>
                <c:pt idx="322">
                  <c:v>43423.0</c:v>
                </c:pt>
                <c:pt idx="323">
                  <c:v>43424.0</c:v>
                </c:pt>
                <c:pt idx="324">
                  <c:v>43425.0</c:v>
                </c:pt>
                <c:pt idx="325">
                  <c:v>43426.0</c:v>
                </c:pt>
                <c:pt idx="326">
                  <c:v>43427.0</c:v>
                </c:pt>
                <c:pt idx="327">
                  <c:v>43428.0</c:v>
                </c:pt>
                <c:pt idx="328">
                  <c:v>43429.0</c:v>
                </c:pt>
                <c:pt idx="329">
                  <c:v>43430.0</c:v>
                </c:pt>
                <c:pt idx="330">
                  <c:v>43431.0</c:v>
                </c:pt>
                <c:pt idx="331">
                  <c:v>43432.0</c:v>
                </c:pt>
                <c:pt idx="332">
                  <c:v>43433.0</c:v>
                </c:pt>
                <c:pt idx="333">
                  <c:v>43434.0</c:v>
                </c:pt>
                <c:pt idx="334">
                  <c:v>43435.0</c:v>
                </c:pt>
                <c:pt idx="335">
                  <c:v>43436.0</c:v>
                </c:pt>
                <c:pt idx="336">
                  <c:v>43437.0</c:v>
                </c:pt>
                <c:pt idx="337">
                  <c:v>43438.0</c:v>
                </c:pt>
                <c:pt idx="338">
                  <c:v>43439.0</c:v>
                </c:pt>
                <c:pt idx="339">
                  <c:v>43440.0</c:v>
                </c:pt>
                <c:pt idx="340">
                  <c:v>43441.0</c:v>
                </c:pt>
                <c:pt idx="341">
                  <c:v>43442.0</c:v>
                </c:pt>
                <c:pt idx="342">
                  <c:v>43443.0</c:v>
                </c:pt>
                <c:pt idx="343">
                  <c:v>43444.0</c:v>
                </c:pt>
                <c:pt idx="344">
                  <c:v>43445.0</c:v>
                </c:pt>
                <c:pt idx="345">
                  <c:v>43446.0</c:v>
                </c:pt>
                <c:pt idx="346">
                  <c:v>43447.0</c:v>
                </c:pt>
                <c:pt idx="347">
                  <c:v>43448.0</c:v>
                </c:pt>
                <c:pt idx="348">
                  <c:v>43449.0</c:v>
                </c:pt>
                <c:pt idx="349">
                  <c:v>43450.0</c:v>
                </c:pt>
                <c:pt idx="350">
                  <c:v>43451.0</c:v>
                </c:pt>
                <c:pt idx="351">
                  <c:v>43452.0</c:v>
                </c:pt>
                <c:pt idx="352">
                  <c:v>43453.0</c:v>
                </c:pt>
                <c:pt idx="353">
                  <c:v>43454.0</c:v>
                </c:pt>
                <c:pt idx="354">
                  <c:v>43455.0</c:v>
                </c:pt>
                <c:pt idx="355">
                  <c:v>43456.0</c:v>
                </c:pt>
                <c:pt idx="356">
                  <c:v>43457.0</c:v>
                </c:pt>
                <c:pt idx="357">
                  <c:v>43458.0</c:v>
                </c:pt>
                <c:pt idx="358">
                  <c:v>43459.0</c:v>
                </c:pt>
                <c:pt idx="359">
                  <c:v>43460.0</c:v>
                </c:pt>
                <c:pt idx="360">
                  <c:v>43461.0</c:v>
                </c:pt>
                <c:pt idx="361">
                  <c:v>43462.0</c:v>
                </c:pt>
                <c:pt idx="362">
                  <c:v>43463.0</c:v>
                </c:pt>
                <c:pt idx="363">
                  <c:v>43464.0</c:v>
                </c:pt>
                <c:pt idx="364">
                  <c:v>43465.0</c:v>
                </c:pt>
                <c:pt idx="365">
                  <c:v>43466.0</c:v>
                </c:pt>
              </c:numCache>
            </c:numRef>
          </c:cat>
          <c:val>
            <c:numRef>
              <c:f>Sheet1!$B$2:$B$367</c:f>
              <c:numCache>
                <c:formatCode>General</c:formatCode>
                <c:ptCount val="366"/>
                <c:pt idx="0">
                  <c:v>274.558</c:v>
                </c:pt>
                <c:pt idx="1">
                  <c:v>273.91</c:v>
                </c:pt>
                <c:pt idx="2">
                  <c:v>273.919</c:v>
                </c:pt>
                <c:pt idx="3">
                  <c:v>273.929</c:v>
                </c:pt>
                <c:pt idx="4">
                  <c:v>273.939</c:v>
                </c:pt>
                <c:pt idx="5">
                  <c:v>273.948</c:v>
                </c:pt>
                <c:pt idx="6">
                  <c:v>273.958</c:v>
                </c:pt>
                <c:pt idx="7">
                  <c:v>273.968</c:v>
                </c:pt>
                <c:pt idx="8">
                  <c:v>273.977</c:v>
                </c:pt>
                <c:pt idx="9">
                  <c:v>273.987</c:v>
                </c:pt>
                <c:pt idx="10">
                  <c:v>273.997</c:v>
                </c:pt>
                <c:pt idx="11">
                  <c:v>274.006</c:v>
                </c:pt>
                <c:pt idx="12">
                  <c:v>274.016</c:v>
                </c:pt>
                <c:pt idx="13">
                  <c:v>274.026</c:v>
                </c:pt>
                <c:pt idx="14">
                  <c:v>274.035</c:v>
                </c:pt>
                <c:pt idx="15">
                  <c:v>274.045</c:v>
                </c:pt>
                <c:pt idx="16">
                  <c:v>274.055</c:v>
                </c:pt>
                <c:pt idx="17">
                  <c:v>274.065</c:v>
                </c:pt>
                <c:pt idx="18">
                  <c:v>274.074</c:v>
                </c:pt>
                <c:pt idx="19">
                  <c:v>274.084</c:v>
                </c:pt>
                <c:pt idx="20">
                  <c:v>274.094</c:v>
                </c:pt>
                <c:pt idx="21">
                  <c:v>274.103</c:v>
                </c:pt>
                <c:pt idx="22">
                  <c:v>274.113</c:v>
                </c:pt>
                <c:pt idx="23">
                  <c:v>274.123</c:v>
                </c:pt>
                <c:pt idx="24">
                  <c:v>274.132</c:v>
                </c:pt>
                <c:pt idx="25">
                  <c:v>274.142</c:v>
                </c:pt>
                <c:pt idx="26">
                  <c:v>274.152</c:v>
                </c:pt>
                <c:pt idx="27">
                  <c:v>274.161</c:v>
                </c:pt>
                <c:pt idx="28">
                  <c:v>274.171</c:v>
                </c:pt>
                <c:pt idx="29">
                  <c:v>274.181</c:v>
                </c:pt>
                <c:pt idx="30">
                  <c:v>274.19</c:v>
                </c:pt>
                <c:pt idx="31">
                  <c:v>274.2</c:v>
                </c:pt>
                <c:pt idx="32">
                  <c:v>274.2</c:v>
                </c:pt>
                <c:pt idx="33">
                  <c:v>274.2</c:v>
                </c:pt>
                <c:pt idx="34">
                  <c:v>274.2</c:v>
                </c:pt>
                <c:pt idx="35">
                  <c:v>274.2</c:v>
                </c:pt>
                <c:pt idx="36">
                  <c:v>274.2</c:v>
                </c:pt>
                <c:pt idx="37">
                  <c:v>274.2</c:v>
                </c:pt>
                <c:pt idx="38">
                  <c:v>274.2</c:v>
                </c:pt>
                <c:pt idx="39">
                  <c:v>274.2</c:v>
                </c:pt>
                <c:pt idx="40">
                  <c:v>274.2</c:v>
                </c:pt>
                <c:pt idx="41">
                  <c:v>274.2</c:v>
                </c:pt>
                <c:pt idx="42">
                  <c:v>274.2</c:v>
                </c:pt>
                <c:pt idx="43">
                  <c:v>274.2</c:v>
                </c:pt>
                <c:pt idx="44">
                  <c:v>274.2</c:v>
                </c:pt>
                <c:pt idx="45">
                  <c:v>274.2</c:v>
                </c:pt>
                <c:pt idx="46">
                  <c:v>274.2</c:v>
                </c:pt>
                <c:pt idx="47">
                  <c:v>274.2</c:v>
                </c:pt>
                <c:pt idx="48">
                  <c:v>274.2</c:v>
                </c:pt>
                <c:pt idx="49">
                  <c:v>274.2</c:v>
                </c:pt>
                <c:pt idx="50">
                  <c:v>274.2</c:v>
                </c:pt>
                <c:pt idx="51">
                  <c:v>274.2</c:v>
                </c:pt>
                <c:pt idx="52">
                  <c:v>274.2</c:v>
                </c:pt>
                <c:pt idx="53">
                  <c:v>274.2</c:v>
                </c:pt>
                <c:pt idx="54">
                  <c:v>274.2</c:v>
                </c:pt>
                <c:pt idx="55">
                  <c:v>274.2</c:v>
                </c:pt>
                <c:pt idx="56">
                  <c:v>274.2</c:v>
                </c:pt>
                <c:pt idx="57">
                  <c:v>274.2</c:v>
                </c:pt>
                <c:pt idx="58">
                  <c:v>274.2</c:v>
                </c:pt>
                <c:pt idx="59">
                  <c:v>274.2</c:v>
                </c:pt>
                <c:pt idx="60">
                  <c:v>274.19</c:v>
                </c:pt>
                <c:pt idx="61">
                  <c:v>274.181</c:v>
                </c:pt>
                <c:pt idx="62">
                  <c:v>274.171</c:v>
                </c:pt>
                <c:pt idx="63">
                  <c:v>274.161</c:v>
                </c:pt>
                <c:pt idx="64">
                  <c:v>274.152</c:v>
                </c:pt>
                <c:pt idx="65">
                  <c:v>274.142</c:v>
                </c:pt>
                <c:pt idx="66">
                  <c:v>274.132</c:v>
                </c:pt>
                <c:pt idx="67">
                  <c:v>274.123</c:v>
                </c:pt>
                <c:pt idx="68">
                  <c:v>274.113</c:v>
                </c:pt>
                <c:pt idx="69">
                  <c:v>274.103</c:v>
                </c:pt>
                <c:pt idx="70">
                  <c:v>274.094</c:v>
                </c:pt>
                <c:pt idx="71">
                  <c:v>274.084</c:v>
                </c:pt>
                <c:pt idx="72">
                  <c:v>274.074</c:v>
                </c:pt>
                <c:pt idx="73">
                  <c:v>274.065</c:v>
                </c:pt>
                <c:pt idx="74">
                  <c:v>274.037</c:v>
                </c:pt>
                <c:pt idx="75">
                  <c:v>274.045</c:v>
                </c:pt>
                <c:pt idx="76">
                  <c:v>274.035</c:v>
                </c:pt>
                <c:pt idx="77">
                  <c:v>274.026</c:v>
                </c:pt>
                <c:pt idx="78">
                  <c:v>274.016</c:v>
                </c:pt>
                <c:pt idx="79">
                  <c:v>274.006</c:v>
                </c:pt>
                <c:pt idx="80">
                  <c:v>273.997</c:v>
                </c:pt>
                <c:pt idx="81">
                  <c:v>273.987</c:v>
                </c:pt>
                <c:pt idx="82">
                  <c:v>273.977</c:v>
                </c:pt>
                <c:pt idx="83">
                  <c:v>273.968</c:v>
                </c:pt>
                <c:pt idx="84">
                  <c:v>273.958</c:v>
                </c:pt>
                <c:pt idx="85">
                  <c:v>273.948</c:v>
                </c:pt>
                <c:pt idx="86">
                  <c:v>273.939</c:v>
                </c:pt>
                <c:pt idx="87">
                  <c:v>273.929</c:v>
                </c:pt>
                <c:pt idx="88">
                  <c:v>273.919</c:v>
                </c:pt>
                <c:pt idx="89">
                  <c:v>273.91</c:v>
                </c:pt>
                <c:pt idx="90">
                  <c:v>273.9</c:v>
                </c:pt>
                <c:pt idx="91">
                  <c:v>273.879</c:v>
                </c:pt>
                <c:pt idx="92">
                  <c:v>273.857</c:v>
                </c:pt>
                <c:pt idx="93">
                  <c:v>273.836</c:v>
                </c:pt>
                <c:pt idx="94">
                  <c:v>273.814</c:v>
                </c:pt>
                <c:pt idx="95">
                  <c:v>273.793</c:v>
                </c:pt>
                <c:pt idx="96">
                  <c:v>273.771</c:v>
                </c:pt>
                <c:pt idx="97">
                  <c:v>273.75</c:v>
                </c:pt>
                <c:pt idx="98">
                  <c:v>273.729</c:v>
                </c:pt>
                <c:pt idx="99">
                  <c:v>273.707</c:v>
                </c:pt>
                <c:pt idx="100">
                  <c:v>273.686</c:v>
                </c:pt>
                <c:pt idx="101">
                  <c:v>273.664</c:v>
                </c:pt>
                <c:pt idx="102">
                  <c:v>273.643</c:v>
                </c:pt>
                <c:pt idx="103">
                  <c:v>273.621</c:v>
                </c:pt>
                <c:pt idx="104">
                  <c:v>273.6</c:v>
                </c:pt>
                <c:pt idx="105">
                  <c:v>273.562</c:v>
                </c:pt>
                <c:pt idx="106">
                  <c:v>273.525</c:v>
                </c:pt>
                <c:pt idx="107">
                  <c:v>273.488</c:v>
                </c:pt>
                <c:pt idx="108">
                  <c:v>273.45</c:v>
                </c:pt>
                <c:pt idx="109">
                  <c:v>273.413</c:v>
                </c:pt>
                <c:pt idx="110">
                  <c:v>273.375</c:v>
                </c:pt>
                <c:pt idx="111">
                  <c:v>273.337</c:v>
                </c:pt>
                <c:pt idx="112">
                  <c:v>273.3</c:v>
                </c:pt>
                <c:pt idx="113">
                  <c:v>273.262</c:v>
                </c:pt>
                <c:pt idx="114">
                  <c:v>273.225</c:v>
                </c:pt>
                <c:pt idx="115">
                  <c:v>273.188</c:v>
                </c:pt>
                <c:pt idx="116">
                  <c:v>273.15</c:v>
                </c:pt>
                <c:pt idx="117">
                  <c:v>273.113</c:v>
                </c:pt>
                <c:pt idx="118">
                  <c:v>273.075</c:v>
                </c:pt>
                <c:pt idx="119">
                  <c:v>273.038</c:v>
                </c:pt>
                <c:pt idx="120">
                  <c:v>273.0</c:v>
                </c:pt>
                <c:pt idx="121">
                  <c:v>273.064</c:v>
                </c:pt>
                <c:pt idx="122">
                  <c:v>273.129</c:v>
                </c:pt>
                <c:pt idx="123">
                  <c:v>273.193</c:v>
                </c:pt>
                <c:pt idx="124">
                  <c:v>273.257</c:v>
                </c:pt>
                <c:pt idx="125">
                  <c:v>273.321</c:v>
                </c:pt>
                <c:pt idx="126">
                  <c:v>273.386</c:v>
                </c:pt>
                <c:pt idx="127">
                  <c:v>273.45</c:v>
                </c:pt>
                <c:pt idx="128">
                  <c:v>273.514</c:v>
                </c:pt>
                <c:pt idx="129">
                  <c:v>273.579</c:v>
                </c:pt>
                <c:pt idx="130">
                  <c:v>273.643</c:v>
                </c:pt>
                <c:pt idx="131">
                  <c:v>273.707</c:v>
                </c:pt>
                <c:pt idx="132">
                  <c:v>273.771</c:v>
                </c:pt>
                <c:pt idx="133">
                  <c:v>273.836</c:v>
                </c:pt>
                <c:pt idx="134">
                  <c:v>273.9</c:v>
                </c:pt>
                <c:pt idx="135">
                  <c:v>273.935</c:v>
                </c:pt>
                <c:pt idx="136">
                  <c:v>273.971</c:v>
                </c:pt>
                <c:pt idx="137">
                  <c:v>274.006</c:v>
                </c:pt>
                <c:pt idx="138">
                  <c:v>274.041</c:v>
                </c:pt>
                <c:pt idx="139">
                  <c:v>274.076</c:v>
                </c:pt>
                <c:pt idx="140">
                  <c:v>274.112</c:v>
                </c:pt>
                <c:pt idx="141">
                  <c:v>274.147</c:v>
                </c:pt>
                <c:pt idx="142">
                  <c:v>274.182</c:v>
                </c:pt>
                <c:pt idx="143">
                  <c:v>274.218</c:v>
                </c:pt>
                <c:pt idx="144">
                  <c:v>274.253</c:v>
                </c:pt>
                <c:pt idx="145">
                  <c:v>274.288</c:v>
                </c:pt>
                <c:pt idx="146">
                  <c:v>274.324</c:v>
                </c:pt>
                <c:pt idx="147">
                  <c:v>274.359</c:v>
                </c:pt>
                <c:pt idx="148">
                  <c:v>274.394</c:v>
                </c:pt>
                <c:pt idx="149">
                  <c:v>274.429</c:v>
                </c:pt>
                <c:pt idx="150">
                  <c:v>274.465</c:v>
                </c:pt>
                <c:pt idx="151">
                  <c:v>274.5</c:v>
                </c:pt>
                <c:pt idx="152">
                  <c:v>274.507</c:v>
                </c:pt>
                <c:pt idx="153">
                  <c:v>274.513</c:v>
                </c:pt>
                <c:pt idx="154">
                  <c:v>274.52</c:v>
                </c:pt>
                <c:pt idx="155">
                  <c:v>274.527</c:v>
                </c:pt>
                <c:pt idx="156">
                  <c:v>274.533</c:v>
                </c:pt>
                <c:pt idx="157">
                  <c:v>274.54</c:v>
                </c:pt>
                <c:pt idx="158">
                  <c:v>274.547</c:v>
                </c:pt>
                <c:pt idx="159">
                  <c:v>274.553</c:v>
                </c:pt>
                <c:pt idx="160">
                  <c:v>274.56</c:v>
                </c:pt>
                <c:pt idx="161">
                  <c:v>274.567</c:v>
                </c:pt>
                <c:pt idx="162">
                  <c:v>274.573</c:v>
                </c:pt>
                <c:pt idx="163">
                  <c:v>274.58</c:v>
                </c:pt>
                <c:pt idx="164">
                  <c:v>274.587</c:v>
                </c:pt>
                <c:pt idx="165">
                  <c:v>274.593</c:v>
                </c:pt>
                <c:pt idx="166">
                  <c:v>274.6</c:v>
                </c:pt>
                <c:pt idx="167">
                  <c:v>274.607</c:v>
                </c:pt>
                <c:pt idx="168">
                  <c:v>274.613</c:v>
                </c:pt>
                <c:pt idx="169">
                  <c:v>274.62</c:v>
                </c:pt>
                <c:pt idx="170">
                  <c:v>274.627</c:v>
                </c:pt>
                <c:pt idx="171">
                  <c:v>274.633</c:v>
                </c:pt>
                <c:pt idx="172">
                  <c:v>274.64</c:v>
                </c:pt>
                <c:pt idx="173">
                  <c:v>274.647</c:v>
                </c:pt>
                <c:pt idx="174">
                  <c:v>274.653</c:v>
                </c:pt>
                <c:pt idx="175">
                  <c:v>274.66</c:v>
                </c:pt>
                <c:pt idx="176">
                  <c:v>274.667</c:v>
                </c:pt>
                <c:pt idx="177">
                  <c:v>274.673</c:v>
                </c:pt>
                <c:pt idx="178">
                  <c:v>274.68</c:v>
                </c:pt>
                <c:pt idx="179">
                  <c:v>274.687</c:v>
                </c:pt>
                <c:pt idx="180">
                  <c:v>274.693</c:v>
                </c:pt>
                <c:pt idx="181">
                  <c:v>274.7</c:v>
                </c:pt>
                <c:pt idx="182">
                  <c:v>274.736</c:v>
                </c:pt>
                <c:pt idx="183">
                  <c:v>274.771</c:v>
                </c:pt>
                <c:pt idx="184">
                  <c:v>274.807</c:v>
                </c:pt>
                <c:pt idx="185">
                  <c:v>274.843</c:v>
                </c:pt>
                <c:pt idx="186">
                  <c:v>274.879</c:v>
                </c:pt>
                <c:pt idx="187">
                  <c:v>274.914</c:v>
                </c:pt>
                <c:pt idx="188">
                  <c:v>274.95</c:v>
                </c:pt>
                <c:pt idx="189">
                  <c:v>274.986</c:v>
                </c:pt>
                <c:pt idx="190">
                  <c:v>275.021</c:v>
                </c:pt>
                <c:pt idx="191">
                  <c:v>275.057</c:v>
                </c:pt>
                <c:pt idx="192">
                  <c:v>275.093</c:v>
                </c:pt>
                <c:pt idx="193">
                  <c:v>275.129</c:v>
                </c:pt>
                <c:pt idx="194">
                  <c:v>275.164</c:v>
                </c:pt>
                <c:pt idx="195">
                  <c:v>275.2</c:v>
                </c:pt>
                <c:pt idx="196">
                  <c:v>275.224</c:v>
                </c:pt>
                <c:pt idx="197">
                  <c:v>275.247</c:v>
                </c:pt>
                <c:pt idx="198">
                  <c:v>275.271</c:v>
                </c:pt>
                <c:pt idx="199">
                  <c:v>275.294</c:v>
                </c:pt>
                <c:pt idx="200">
                  <c:v>275.318</c:v>
                </c:pt>
                <c:pt idx="201">
                  <c:v>275.341</c:v>
                </c:pt>
                <c:pt idx="202">
                  <c:v>275.365</c:v>
                </c:pt>
                <c:pt idx="203">
                  <c:v>275.388</c:v>
                </c:pt>
                <c:pt idx="204">
                  <c:v>275.412</c:v>
                </c:pt>
                <c:pt idx="205">
                  <c:v>275.435</c:v>
                </c:pt>
                <c:pt idx="206">
                  <c:v>275.459</c:v>
                </c:pt>
                <c:pt idx="207">
                  <c:v>275.482</c:v>
                </c:pt>
                <c:pt idx="208">
                  <c:v>275.506</c:v>
                </c:pt>
                <c:pt idx="209">
                  <c:v>275.529</c:v>
                </c:pt>
                <c:pt idx="210">
                  <c:v>275.549</c:v>
                </c:pt>
                <c:pt idx="211">
                  <c:v>275.546</c:v>
                </c:pt>
                <c:pt idx="212">
                  <c:v>275.521</c:v>
                </c:pt>
                <c:pt idx="213">
                  <c:v>275.565</c:v>
                </c:pt>
                <c:pt idx="214">
                  <c:v>275.529</c:v>
                </c:pt>
                <c:pt idx="215">
                  <c:v>275.494</c:v>
                </c:pt>
                <c:pt idx="216">
                  <c:v>275.458</c:v>
                </c:pt>
                <c:pt idx="217">
                  <c:v>275.423</c:v>
                </c:pt>
                <c:pt idx="218">
                  <c:v>275.387</c:v>
                </c:pt>
                <c:pt idx="219">
                  <c:v>275.352</c:v>
                </c:pt>
                <c:pt idx="220">
                  <c:v>275.316</c:v>
                </c:pt>
                <c:pt idx="221">
                  <c:v>275.281</c:v>
                </c:pt>
                <c:pt idx="222">
                  <c:v>275.245</c:v>
                </c:pt>
                <c:pt idx="223">
                  <c:v>275.21</c:v>
                </c:pt>
                <c:pt idx="224">
                  <c:v>275.174</c:v>
                </c:pt>
                <c:pt idx="225">
                  <c:v>275.139</c:v>
                </c:pt>
                <c:pt idx="226">
                  <c:v>275.103</c:v>
                </c:pt>
                <c:pt idx="227">
                  <c:v>275.06</c:v>
                </c:pt>
                <c:pt idx="228">
                  <c:v>274.981</c:v>
                </c:pt>
                <c:pt idx="229">
                  <c:v>274.859</c:v>
                </c:pt>
                <c:pt idx="230">
                  <c:v>274.683</c:v>
                </c:pt>
                <c:pt idx="231">
                  <c:v>274.467</c:v>
                </c:pt>
                <c:pt idx="232">
                  <c:v>274.157</c:v>
                </c:pt>
                <c:pt idx="233">
                  <c:v>273.842</c:v>
                </c:pt>
                <c:pt idx="234">
                  <c:v>273.451</c:v>
                </c:pt>
                <c:pt idx="235">
                  <c:v>273.014</c:v>
                </c:pt>
                <c:pt idx="236">
                  <c:v>273.0</c:v>
                </c:pt>
                <c:pt idx="237">
                  <c:v>273.0</c:v>
                </c:pt>
                <c:pt idx="238">
                  <c:v>273.0</c:v>
                </c:pt>
                <c:pt idx="239">
                  <c:v>273.0</c:v>
                </c:pt>
                <c:pt idx="240">
                  <c:v>273.0</c:v>
                </c:pt>
                <c:pt idx="241">
                  <c:v>273.0</c:v>
                </c:pt>
                <c:pt idx="242">
                  <c:v>273.0</c:v>
                </c:pt>
                <c:pt idx="243">
                  <c:v>273.0</c:v>
                </c:pt>
                <c:pt idx="244">
                  <c:v>273.264</c:v>
                </c:pt>
                <c:pt idx="245">
                  <c:v>273.418</c:v>
                </c:pt>
                <c:pt idx="246">
                  <c:v>273.468</c:v>
                </c:pt>
                <c:pt idx="247">
                  <c:v>273.409</c:v>
                </c:pt>
                <c:pt idx="248">
                  <c:v>273.246</c:v>
                </c:pt>
                <c:pt idx="249">
                  <c:v>273.0</c:v>
                </c:pt>
                <c:pt idx="250">
                  <c:v>273.0</c:v>
                </c:pt>
                <c:pt idx="251">
                  <c:v>273.0</c:v>
                </c:pt>
                <c:pt idx="252">
                  <c:v>273.0</c:v>
                </c:pt>
                <c:pt idx="253">
                  <c:v>273.0</c:v>
                </c:pt>
                <c:pt idx="254">
                  <c:v>273.0</c:v>
                </c:pt>
                <c:pt idx="255">
                  <c:v>273.0</c:v>
                </c:pt>
                <c:pt idx="256">
                  <c:v>273.0</c:v>
                </c:pt>
                <c:pt idx="257">
                  <c:v>273.0</c:v>
                </c:pt>
                <c:pt idx="258">
                  <c:v>273.0</c:v>
                </c:pt>
                <c:pt idx="259">
                  <c:v>273.0</c:v>
                </c:pt>
                <c:pt idx="260">
                  <c:v>273.0</c:v>
                </c:pt>
                <c:pt idx="261">
                  <c:v>273.0</c:v>
                </c:pt>
                <c:pt idx="262">
                  <c:v>273.0</c:v>
                </c:pt>
                <c:pt idx="263">
                  <c:v>273.0</c:v>
                </c:pt>
                <c:pt idx="264">
                  <c:v>273.0</c:v>
                </c:pt>
                <c:pt idx="265">
                  <c:v>273.0</c:v>
                </c:pt>
                <c:pt idx="266">
                  <c:v>273.0</c:v>
                </c:pt>
                <c:pt idx="267">
                  <c:v>273.0</c:v>
                </c:pt>
                <c:pt idx="268">
                  <c:v>273.0</c:v>
                </c:pt>
                <c:pt idx="269">
                  <c:v>273.021</c:v>
                </c:pt>
                <c:pt idx="270">
                  <c:v>273.155</c:v>
                </c:pt>
                <c:pt idx="271">
                  <c:v>273.397</c:v>
                </c:pt>
                <c:pt idx="272">
                  <c:v>273.758</c:v>
                </c:pt>
                <c:pt idx="273">
                  <c:v>273.9</c:v>
                </c:pt>
                <c:pt idx="274">
                  <c:v>273.89</c:v>
                </c:pt>
                <c:pt idx="275">
                  <c:v>273.881</c:v>
                </c:pt>
                <c:pt idx="276">
                  <c:v>273.871</c:v>
                </c:pt>
                <c:pt idx="277">
                  <c:v>273.861</c:v>
                </c:pt>
                <c:pt idx="278">
                  <c:v>273.852</c:v>
                </c:pt>
                <c:pt idx="279">
                  <c:v>273.842</c:v>
                </c:pt>
                <c:pt idx="280">
                  <c:v>273.832</c:v>
                </c:pt>
                <c:pt idx="281">
                  <c:v>273.823</c:v>
                </c:pt>
                <c:pt idx="282">
                  <c:v>273.813</c:v>
                </c:pt>
                <c:pt idx="283">
                  <c:v>273.803</c:v>
                </c:pt>
                <c:pt idx="284">
                  <c:v>273.794</c:v>
                </c:pt>
                <c:pt idx="285">
                  <c:v>273.784</c:v>
                </c:pt>
                <c:pt idx="286">
                  <c:v>273.774</c:v>
                </c:pt>
                <c:pt idx="287">
                  <c:v>273.765</c:v>
                </c:pt>
                <c:pt idx="288">
                  <c:v>273.755</c:v>
                </c:pt>
                <c:pt idx="289">
                  <c:v>273.745</c:v>
                </c:pt>
                <c:pt idx="290">
                  <c:v>273.735</c:v>
                </c:pt>
                <c:pt idx="291">
                  <c:v>273.726</c:v>
                </c:pt>
                <c:pt idx="292">
                  <c:v>273.716</c:v>
                </c:pt>
                <c:pt idx="293">
                  <c:v>273.706</c:v>
                </c:pt>
                <c:pt idx="294">
                  <c:v>273.697</c:v>
                </c:pt>
                <c:pt idx="295">
                  <c:v>273.687</c:v>
                </c:pt>
                <c:pt idx="296">
                  <c:v>273.677</c:v>
                </c:pt>
                <c:pt idx="297">
                  <c:v>273.668</c:v>
                </c:pt>
                <c:pt idx="298">
                  <c:v>273.658</c:v>
                </c:pt>
                <c:pt idx="299">
                  <c:v>273.648</c:v>
                </c:pt>
                <c:pt idx="300">
                  <c:v>273.639</c:v>
                </c:pt>
                <c:pt idx="301">
                  <c:v>273.629</c:v>
                </c:pt>
                <c:pt idx="302">
                  <c:v>273.619</c:v>
                </c:pt>
                <c:pt idx="303">
                  <c:v>273.61</c:v>
                </c:pt>
                <c:pt idx="304">
                  <c:v>273.6</c:v>
                </c:pt>
                <c:pt idx="305">
                  <c:v>273.6</c:v>
                </c:pt>
                <c:pt idx="306">
                  <c:v>273.6</c:v>
                </c:pt>
                <c:pt idx="307">
                  <c:v>273.6</c:v>
                </c:pt>
                <c:pt idx="308">
                  <c:v>273.6</c:v>
                </c:pt>
                <c:pt idx="309">
                  <c:v>273.6</c:v>
                </c:pt>
                <c:pt idx="310">
                  <c:v>273.6</c:v>
                </c:pt>
                <c:pt idx="311">
                  <c:v>273.6</c:v>
                </c:pt>
                <c:pt idx="312">
                  <c:v>273.6</c:v>
                </c:pt>
                <c:pt idx="313">
                  <c:v>273.6</c:v>
                </c:pt>
                <c:pt idx="314">
                  <c:v>273.6</c:v>
                </c:pt>
                <c:pt idx="315">
                  <c:v>273.6</c:v>
                </c:pt>
                <c:pt idx="316">
                  <c:v>273.6</c:v>
                </c:pt>
                <c:pt idx="317">
                  <c:v>273.6</c:v>
                </c:pt>
                <c:pt idx="318">
                  <c:v>273.6</c:v>
                </c:pt>
                <c:pt idx="319">
                  <c:v>273.6</c:v>
                </c:pt>
                <c:pt idx="320">
                  <c:v>273.6</c:v>
                </c:pt>
                <c:pt idx="321">
                  <c:v>273.6</c:v>
                </c:pt>
                <c:pt idx="322">
                  <c:v>273.6</c:v>
                </c:pt>
                <c:pt idx="323">
                  <c:v>273.6</c:v>
                </c:pt>
                <c:pt idx="324">
                  <c:v>273.6</c:v>
                </c:pt>
                <c:pt idx="325">
                  <c:v>273.6</c:v>
                </c:pt>
                <c:pt idx="326">
                  <c:v>273.6</c:v>
                </c:pt>
                <c:pt idx="327">
                  <c:v>273.6</c:v>
                </c:pt>
                <c:pt idx="328">
                  <c:v>273.6</c:v>
                </c:pt>
                <c:pt idx="329">
                  <c:v>273.6</c:v>
                </c:pt>
                <c:pt idx="330">
                  <c:v>273.6</c:v>
                </c:pt>
                <c:pt idx="331">
                  <c:v>273.6</c:v>
                </c:pt>
                <c:pt idx="332">
                  <c:v>273.6</c:v>
                </c:pt>
                <c:pt idx="333">
                  <c:v>273.6</c:v>
                </c:pt>
                <c:pt idx="334">
                  <c:v>273.6</c:v>
                </c:pt>
                <c:pt idx="335">
                  <c:v>273.61</c:v>
                </c:pt>
                <c:pt idx="336">
                  <c:v>273.619</c:v>
                </c:pt>
                <c:pt idx="337">
                  <c:v>273.629</c:v>
                </c:pt>
                <c:pt idx="338">
                  <c:v>273.639</c:v>
                </c:pt>
                <c:pt idx="339">
                  <c:v>273.648</c:v>
                </c:pt>
                <c:pt idx="340">
                  <c:v>273.658</c:v>
                </c:pt>
                <c:pt idx="341">
                  <c:v>273.668</c:v>
                </c:pt>
                <c:pt idx="342">
                  <c:v>273.677</c:v>
                </c:pt>
                <c:pt idx="343">
                  <c:v>273.687</c:v>
                </c:pt>
                <c:pt idx="344">
                  <c:v>273.697</c:v>
                </c:pt>
                <c:pt idx="345">
                  <c:v>273.706</c:v>
                </c:pt>
                <c:pt idx="346">
                  <c:v>273.716</c:v>
                </c:pt>
                <c:pt idx="347">
                  <c:v>273.726</c:v>
                </c:pt>
                <c:pt idx="348">
                  <c:v>273.735</c:v>
                </c:pt>
                <c:pt idx="349">
                  <c:v>273.745</c:v>
                </c:pt>
                <c:pt idx="350">
                  <c:v>273.755</c:v>
                </c:pt>
                <c:pt idx="351">
                  <c:v>273.765</c:v>
                </c:pt>
                <c:pt idx="352">
                  <c:v>273.774</c:v>
                </c:pt>
                <c:pt idx="353">
                  <c:v>273.784</c:v>
                </c:pt>
                <c:pt idx="354">
                  <c:v>273.794</c:v>
                </c:pt>
                <c:pt idx="355">
                  <c:v>273.803</c:v>
                </c:pt>
                <c:pt idx="356">
                  <c:v>273.813</c:v>
                </c:pt>
                <c:pt idx="357">
                  <c:v>273.823</c:v>
                </c:pt>
                <c:pt idx="358">
                  <c:v>273.832</c:v>
                </c:pt>
                <c:pt idx="359">
                  <c:v>273.842</c:v>
                </c:pt>
                <c:pt idx="360">
                  <c:v>273.852</c:v>
                </c:pt>
                <c:pt idx="361">
                  <c:v>273.861</c:v>
                </c:pt>
                <c:pt idx="362">
                  <c:v>273.871</c:v>
                </c:pt>
                <c:pt idx="363">
                  <c:v>273.881</c:v>
                </c:pt>
                <c:pt idx="364">
                  <c:v>273.89</c:v>
                </c:pt>
                <c:pt idx="365">
                  <c:v>273.9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Birch Pool Elevation</c:v>
                </c:pt>
              </c:strCache>
            </c:strRef>
          </c:tx>
          <c:spPr>
            <a:ln w="22225">
              <a:solidFill>
                <a:srgbClr val="76C7C0"/>
              </a:solidFill>
            </a:ln>
          </c:spPr>
          <c:marker>
            <c:symbol val="none"/>
          </c:marker>
          <c:cat>
            <c:numRef>
              <c:f>Sheet1!$A$2:$A$367</c:f>
              <c:numCache>
                <c:formatCode>yyyy-mm-dd</c:formatCode>
                <c:ptCount val="366"/>
                <c:pt idx="0">
                  <c:v>43101.0</c:v>
                </c:pt>
                <c:pt idx="1">
                  <c:v>43102.0</c:v>
                </c:pt>
                <c:pt idx="2">
                  <c:v>43103.0</c:v>
                </c:pt>
                <c:pt idx="3">
                  <c:v>43104.0</c:v>
                </c:pt>
                <c:pt idx="4">
                  <c:v>43105.0</c:v>
                </c:pt>
                <c:pt idx="5">
                  <c:v>43106.0</c:v>
                </c:pt>
                <c:pt idx="6">
                  <c:v>43107.0</c:v>
                </c:pt>
                <c:pt idx="7">
                  <c:v>43108.0</c:v>
                </c:pt>
                <c:pt idx="8">
                  <c:v>43109.0</c:v>
                </c:pt>
                <c:pt idx="9">
                  <c:v>43110.0</c:v>
                </c:pt>
                <c:pt idx="10">
                  <c:v>43111.0</c:v>
                </c:pt>
                <c:pt idx="11">
                  <c:v>43112.0</c:v>
                </c:pt>
                <c:pt idx="12">
                  <c:v>43113.0</c:v>
                </c:pt>
                <c:pt idx="13">
                  <c:v>43114.0</c:v>
                </c:pt>
                <c:pt idx="14">
                  <c:v>43115.0</c:v>
                </c:pt>
                <c:pt idx="15">
                  <c:v>43116.0</c:v>
                </c:pt>
                <c:pt idx="16">
                  <c:v>43117.0</c:v>
                </c:pt>
                <c:pt idx="17">
                  <c:v>43118.0</c:v>
                </c:pt>
                <c:pt idx="18">
                  <c:v>43119.0</c:v>
                </c:pt>
                <c:pt idx="19">
                  <c:v>43120.0</c:v>
                </c:pt>
                <c:pt idx="20">
                  <c:v>43121.0</c:v>
                </c:pt>
                <c:pt idx="21">
                  <c:v>43122.0</c:v>
                </c:pt>
                <c:pt idx="22">
                  <c:v>43123.0</c:v>
                </c:pt>
                <c:pt idx="23">
                  <c:v>43124.0</c:v>
                </c:pt>
                <c:pt idx="24">
                  <c:v>43125.0</c:v>
                </c:pt>
                <c:pt idx="25">
                  <c:v>43126.0</c:v>
                </c:pt>
                <c:pt idx="26">
                  <c:v>43127.0</c:v>
                </c:pt>
                <c:pt idx="27">
                  <c:v>43128.0</c:v>
                </c:pt>
                <c:pt idx="28">
                  <c:v>43129.0</c:v>
                </c:pt>
                <c:pt idx="29">
                  <c:v>43130.0</c:v>
                </c:pt>
                <c:pt idx="30">
                  <c:v>43131.0</c:v>
                </c:pt>
                <c:pt idx="31">
                  <c:v>43132.0</c:v>
                </c:pt>
                <c:pt idx="32">
                  <c:v>43133.0</c:v>
                </c:pt>
                <c:pt idx="33">
                  <c:v>43134.0</c:v>
                </c:pt>
                <c:pt idx="34">
                  <c:v>43135.0</c:v>
                </c:pt>
                <c:pt idx="35">
                  <c:v>43136.0</c:v>
                </c:pt>
                <c:pt idx="36">
                  <c:v>43137.0</c:v>
                </c:pt>
                <c:pt idx="37">
                  <c:v>43138.0</c:v>
                </c:pt>
                <c:pt idx="38">
                  <c:v>43139.0</c:v>
                </c:pt>
                <c:pt idx="39">
                  <c:v>43140.0</c:v>
                </c:pt>
                <c:pt idx="40">
                  <c:v>43141.0</c:v>
                </c:pt>
                <c:pt idx="41">
                  <c:v>43142.0</c:v>
                </c:pt>
                <c:pt idx="42">
                  <c:v>43143.0</c:v>
                </c:pt>
                <c:pt idx="43">
                  <c:v>43144.0</c:v>
                </c:pt>
                <c:pt idx="44">
                  <c:v>43145.0</c:v>
                </c:pt>
                <c:pt idx="45">
                  <c:v>43146.0</c:v>
                </c:pt>
                <c:pt idx="46">
                  <c:v>43147.0</c:v>
                </c:pt>
                <c:pt idx="47">
                  <c:v>43148.0</c:v>
                </c:pt>
                <c:pt idx="48">
                  <c:v>43149.0</c:v>
                </c:pt>
                <c:pt idx="49">
                  <c:v>43150.0</c:v>
                </c:pt>
                <c:pt idx="50">
                  <c:v>43151.0</c:v>
                </c:pt>
                <c:pt idx="51">
                  <c:v>43152.0</c:v>
                </c:pt>
                <c:pt idx="52">
                  <c:v>43153.0</c:v>
                </c:pt>
                <c:pt idx="53">
                  <c:v>43154.0</c:v>
                </c:pt>
                <c:pt idx="54">
                  <c:v>43155.0</c:v>
                </c:pt>
                <c:pt idx="55">
                  <c:v>43156.0</c:v>
                </c:pt>
                <c:pt idx="56">
                  <c:v>43157.0</c:v>
                </c:pt>
                <c:pt idx="57">
                  <c:v>43158.0</c:v>
                </c:pt>
                <c:pt idx="58">
                  <c:v>43159.0</c:v>
                </c:pt>
                <c:pt idx="59">
                  <c:v>43160.0</c:v>
                </c:pt>
                <c:pt idx="60">
                  <c:v>43161.0</c:v>
                </c:pt>
                <c:pt idx="61">
                  <c:v>43162.0</c:v>
                </c:pt>
                <c:pt idx="62">
                  <c:v>43163.0</c:v>
                </c:pt>
                <c:pt idx="63">
                  <c:v>43164.0</c:v>
                </c:pt>
                <c:pt idx="64">
                  <c:v>43165.0</c:v>
                </c:pt>
                <c:pt idx="65">
                  <c:v>43166.0</c:v>
                </c:pt>
                <c:pt idx="66">
                  <c:v>43167.0</c:v>
                </c:pt>
                <c:pt idx="67">
                  <c:v>43168.0</c:v>
                </c:pt>
                <c:pt idx="68">
                  <c:v>43169.0</c:v>
                </c:pt>
                <c:pt idx="69">
                  <c:v>43170.0</c:v>
                </c:pt>
                <c:pt idx="70">
                  <c:v>43171.0</c:v>
                </c:pt>
                <c:pt idx="71">
                  <c:v>43172.0</c:v>
                </c:pt>
                <c:pt idx="72">
                  <c:v>43173.0</c:v>
                </c:pt>
                <c:pt idx="73">
                  <c:v>43174.0</c:v>
                </c:pt>
                <c:pt idx="74">
                  <c:v>43175.0</c:v>
                </c:pt>
                <c:pt idx="75">
                  <c:v>43176.0</c:v>
                </c:pt>
                <c:pt idx="76">
                  <c:v>43177.0</c:v>
                </c:pt>
                <c:pt idx="77">
                  <c:v>43178.0</c:v>
                </c:pt>
                <c:pt idx="78">
                  <c:v>43179.0</c:v>
                </c:pt>
                <c:pt idx="79">
                  <c:v>43180.0</c:v>
                </c:pt>
                <c:pt idx="80">
                  <c:v>43181.0</c:v>
                </c:pt>
                <c:pt idx="81">
                  <c:v>43182.0</c:v>
                </c:pt>
                <c:pt idx="82">
                  <c:v>43183.0</c:v>
                </c:pt>
                <c:pt idx="83">
                  <c:v>43184.0</c:v>
                </c:pt>
                <c:pt idx="84">
                  <c:v>43185.0</c:v>
                </c:pt>
                <c:pt idx="85">
                  <c:v>43186.0</c:v>
                </c:pt>
                <c:pt idx="86">
                  <c:v>43187.0</c:v>
                </c:pt>
                <c:pt idx="87">
                  <c:v>43188.0</c:v>
                </c:pt>
                <c:pt idx="88">
                  <c:v>43189.0</c:v>
                </c:pt>
                <c:pt idx="89">
                  <c:v>43190.0</c:v>
                </c:pt>
                <c:pt idx="90">
                  <c:v>43191.0</c:v>
                </c:pt>
                <c:pt idx="91">
                  <c:v>43192.0</c:v>
                </c:pt>
                <c:pt idx="92">
                  <c:v>43193.0</c:v>
                </c:pt>
                <c:pt idx="93">
                  <c:v>43194.0</c:v>
                </c:pt>
                <c:pt idx="94">
                  <c:v>43195.0</c:v>
                </c:pt>
                <c:pt idx="95">
                  <c:v>43196.0</c:v>
                </c:pt>
                <c:pt idx="96">
                  <c:v>43197.0</c:v>
                </c:pt>
                <c:pt idx="97">
                  <c:v>43198.0</c:v>
                </c:pt>
                <c:pt idx="98">
                  <c:v>43199.0</c:v>
                </c:pt>
                <c:pt idx="99">
                  <c:v>43200.0</c:v>
                </c:pt>
                <c:pt idx="100">
                  <c:v>43201.0</c:v>
                </c:pt>
                <c:pt idx="101">
                  <c:v>43202.0</c:v>
                </c:pt>
                <c:pt idx="102">
                  <c:v>43203.0</c:v>
                </c:pt>
                <c:pt idx="103">
                  <c:v>43204.0</c:v>
                </c:pt>
                <c:pt idx="104">
                  <c:v>43205.0</c:v>
                </c:pt>
                <c:pt idx="105">
                  <c:v>43206.0</c:v>
                </c:pt>
                <c:pt idx="106">
                  <c:v>43207.0</c:v>
                </c:pt>
                <c:pt idx="107">
                  <c:v>43208.0</c:v>
                </c:pt>
                <c:pt idx="108">
                  <c:v>43209.0</c:v>
                </c:pt>
                <c:pt idx="109">
                  <c:v>43210.0</c:v>
                </c:pt>
                <c:pt idx="110">
                  <c:v>43211.0</c:v>
                </c:pt>
                <c:pt idx="111">
                  <c:v>43212.0</c:v>
                </c:pt>
                <c:pt idx="112">
                  <c:v>43213.0</c:v>
                </c:pt>
                <c:pt idx="113">
                  <c:v>43214.0</c:v>
                </c:pt>
                <c:pt idx="114">
                  <c:v>43215.0</c:v>
                </c:pt>
                <c:pt idx="115">
                  <c:v>43216.0</c:v>
                </c:pt>
                <c:pt idx="116">
                  <c:v>43217.0</c:v>
                </c:pt>
                <c:pt idx="117">
                  <c:v>43218.0</c:v>
                </c:pt>
                <c:pt idx="118">
                  <c:v>43219.0</c:v>
                </c:pt>
                <c:pt idx="119">
                  <c:v>43220.0</c:v>
                </c:pt>
                <c:pt idx="120">
                  <c:v>43221.0</c:v>
                </c:pt>
                <c:pt idx="121">
                  <c:v>43222.0</c:v>
                </c:pt>
                <c:pt idx="122">
                  <c:v>43223.0</c:v>
                </c:pt>
                <c:pt idx="123">
                  <c:v>43224.0</c:v>
                </c:pt>
                <c:pt idx="124">
                  <c:v>43225.0</c:v>
                </c:pt>
                <c:pt idx="125">
                  <c:v>43226.0</c:v>
                </c:pt>
                <c:pt idx="126">
                  <c:v>43227.0</c:v>
                </c:pt>
                <c:pt idx="127">
                  <c:v>43228.0</c:v>
                </c:pt>
                <c:pt idx="128">
                  <c:v>43229.0</c:v>
                </c:pt>
                <c:pt idx="129">
                  <c:v>43230.0</c:v>
                </c:pt>
                <c:pt idx="130">
                  <c:v>43231.0</c:v>
                </c:pt>
                <c:pt idx="131">
                  <c:v>43232.0</c:v>
                </c:pt>
                <c:pt idx="132">
                  <c:v>43233.0</c:v>
                </c:pt>
                <c:pt idx="133">
                  <c:v>43234.0</c:v>
                </c:pt>
                <c:pt idx="134">
                  <c:v>43235.0</c:v>
                </c:pt>
                <c:pt idx="135">
                  <c:v>43236.0</c:v>
                </c:pt>
                <c:pt idx="136">
                  <c:v>43237.0</c:v>
                </c:pt>
                <c:pt idx="137">
                  <c:v>43238.0</c:v>
                </c:pt>
                <c:pt idx="138">
                  <c:v>43239.0</c:v>
                </c:pt>
                <c:pt idx="139">
                  <c:v>43240.0</c:v>
                </c:pt>
                <c:pt idx="140">
                  <c:v>43241.0</c:v>
                </c:pt>
                <c:pt idx="141">
                  <c:v>43242.0</c:v>
                </c:pt>
                <c:pt idx="142">
                  <c:v>43243.0</c:v>
                </c:pt>
                <c:pt idx="143">
                  <c:v>43244.0</c:v>
                </c:pt>
                <c:pt idx="144">
                  <c:v>43245.0</c:v>
                </c:pt>
                <c:pt idx="145">
                  <c:v>43246.0</c:v>
                </c:pt>
                <c:pt idx="146">
                  <c:v>43247.0</c:v>
                </c:pt>
                <c:pt idx="147">
                  <c:v>43248.0</c:v>
                </c:pt>
                <c:pt idx="148">
                  <c:v>43249.0</c:v>
                </c:pt>
                <c:pt idx="149">
                  <c:v>43250.0</c:v>
                </c:pt>
                <c:pt idx="150">
                  <c:v>43251.0</c:v>
                </c:pt>
                <c:pt idx="151">
                  <c:v>43252.0</c:v>
                </c:pt>
                <c:pt idx="152">
                  <c:v>43253.0</c:v>
                </c:pt>
                <c:pt idx="153">
                  <c:v>43254.0</c:v>
                </c:pt>
                <c:pt idx="154">
                  <c:v>43255.0</c:v>
                </c:pt>
                <c:pt idx="155">
                  <c:v>43256.0</c:v>
                </c:pt>
                <c:pt idx="156">
                  <c:v>43257.0</c:v>
                </c:pt>
                <c:pt idx="157">
                  <c:v>43258.0</c:v>
                </c:pt>
                <c:pt idx="158">
                  <c:v>43259.0</c:v>
                </c:pt>
                <c:pt idx="159">
                  <c:v>43260.0</c:v>
                </c:pt>
                <c:pt idx="160">
                  <c:v>43261.0</c:v>
                </c:pt>
                <c:pt idx="161">
                  <c:v>43262.0</c:v>
                </c:pt>
                <c:pt idx="162">
                  <c:v>43263.0</c:v>
                </c:pt>
                <c:pt idx="163">
                  <c:v>43264.0</c:v>
                </c:pt>
                <c:pt idx="164">
                  <c:v>43265.0</c:v>
                </c:pt>
                <c:pt idx="165">
                  <c:v>43266.0</c:v>
                </c:pt>
                <c:pt idx="166">
                  <c:v>43267.0</c:v>
                </c:pt>
                <c:pt idx="167">
                  <c:v>43268.0</c:v>
                </c:pt>
                <c:pt idx="168">
                  <c:v>43269.0</c:v>
                </c:pt>
                <c:pt idx="169">
                  <c:v>43270.0</c:v>
                </c:pt>
                <c:pt idx="170">
                  <c:v>43271.0</c:v>
                </c:pt>
                <c:pt idx="171">
                  <c:v>43272.0</c:v>
                </c:pt>
                <c:pt idx="172">
                  <c:v>43273.0</c:v>
                </c:pt>
                <c:pt idx="173">
                  <c:v>43274.0</c:v>
                </c:pt>
                <c:pt idx="174">
                  <c:v>43275.0</c:v>
                </c:pt>
                <c:pt idx="175">
                  <c:v>43276.0</c:v>
                </c:pt>
                <c:pt idx="176">
                  <c:v>43277.0</c:v>
                </c:pt>
                <c:pt idx="177">
                  <c:v>43278.0</c:v>
                </c:pt>
                <c:pt idx="178">
                  <c:v>43279.0</c:v>
                </c:pt>
                <c:pt idx="179">
                  <c:v>43280.0</c:v>
                </c:pt>
                <c:pt idx="180">
                  <c:v>43281.0</c:v>
                </c:pt>
                <c:pt idx="181">
                  <c:v>43282.0</c:v>
                </c:pt>
                <c:pt idx="182">
                  <c:v>43283.0</c:v>
                </c:pt>
                <c:pt idx="183">
                  <c:v>43284.0</c:v>
                </c:pt>
                <c:pt idx="184">
                  <c:v>43285.0</c:v>
                </c:pt>
                <c:pt idx="185">
                  <c:v>43286.0</c:v>
                </c:pt>
                <c:pt idx="186">
                  <c:v>43287.0</c:v>
                </c:pt>
                <c:pt idx="187">
                  <c:v>43288.0</c:v>
                </c:pt>
                <c:pt idx="188">
                  <c:v>43289.0</c:v>
                </c:pt>
                <c:pt idx="189">
                  <c:v>43290.0</c:v>
                </c:pt>
                <c:pt idx="190">
                  <c:v>43291.0</c:v>
                </c:pt>
                <c:pt idx="191">
                  <c:v>43292.0</c:v>
                </c:pt>
                <c:pt idx="192">
                  <c:v>43293.0</c:v>
                </c:pt>
                <c:pt idx="193">
                  <c:v>43294.0</c:v>
                </c:pt>
                <c:pt idx="194">
                  <c:v>43295.0</c:v>
                </c:pt>
                <c:pt idx="195">
                  <c:v>43296.0</c:v>
                </c:pt>
                <c:pt idx="196">
                  <c:v>43297.0</c:v>
                </c:pt>
                <c:pt idx="197">
                  <c:v>43298.0</c:v>
                </c:pt>
                <c:pt idx="198">
                  <c:v>43299.0</c:v>
                </c:pt>
                <c:pt idx="199">
                  <c:v>43300.0</c:v>
                </c:pt>
                <c:pt idx="200">
                  <c:v>43301.0</c:v>
                </c:pt>
                <c:pt idx="201">
                  <c:v>43302.0</c:v>
                </c:pt>
                <c:pt idx="202">
                  <c:v>43303.0</c:v>
                </c:pt>
                <c:pt idx="203">
                  <c:v>43304.0</c:v>
                </c:pt>
                <c:pt idx="204">
                  <c:v>43305.0</c:v>
                </c:pt>
                <c:pt idx="205">
                  <c:v>43306.0</c:v>
                </c:pt>
                <c:pt idx="206">
                  <c:v>43307.0</c:v>
                </c:pt>
                <c:pt idx="207">
                  <c:v>43308.0</c:v>
                </c:pt>
                <c:pt idx="208">
                  <c:v>43309.0</c:v>
                </c:pt>
                <c:pt idx="209">
                  <c:v>43310.0</c:v>
                </c:pt>
                <c:pt idx="210">
                  <c:v>43311.0</c:v>
                </c:pt>
                <c:pt idx="211">
                  <c:v>43312.0</c:v>
                </c:pt>
                <c:pt idx="212">
                  <c:v>43313.0</c:v>
                </c:pt>
                <c:pt idx="213">
                  <c:v>43314.0</c:v>
                </c:pt>
                <c:pt idx="214">
                  <c:v>43315.0</c:v>
                </c:pt>
                <c:pt idx="215">
                  <c:v>43316.0</c:v>
                </c:pt>
                <c:pt idx="216">
                  <c:v>43317.0</c:v>
                </c:pt>
                <c:pt idx="217">
                  <c:v>43318.0</c:v>
                </c:pt>
                <c:pt idx="218">
                  <c:v>43319.0</c:v>
                </c:pt>
                <c:pt idx="219">
                  <c:v>43320.0</c:v>
                </c:pt>
                <c:pt idx="220">
                  <c:v>43321.0</c:v>
                </c:pt>
                <c:pt idx="221">
                  <c:v>43322.0</c:v>
                </c:pt>
                <c:pt idx="222">
                  <c:v>43323.0</c:v>
                </c:pt>
                <c:pt idx="223">
                  <c:v>43324.0</c:v>
                </c:pt>
                <c:pt idx="224">
                  <c:v>43325.0</c:v>
                </c:pt>
                <c:pt idx="225">
                  <c:v>43326.0</c:v>
                </c:pt>
                <c:pt idx="226">
                  <c:v>43327.0</c:v>
                </c:pt>
                <c:pt idx="227">
                  <c:v>43328.0</c:v>
                </c:pt>
                <c:pt idx="228">
                  <c:v>43329.0</c:v>
                </c:pt>
                <c:pt idx="229">
                  <c:v>43330.0</c:v>
                </c:pt>
                <c:pt idx="230">
                  <c:v>43331.0</c:v>
                </c:pt>
                <c:pt idx="231">
                  <c:v>43332.0</c:v>
                </c:pt>
                <c:pt idx="232">
                  <c:v>43333.0</c:v>
                </c:pt>
                <c:pt idx="233">
                  <c:v>43334.0</c:v>
                </c:pt>
                <c:pt idx="234">
                  <c:v>43335.0</c:v>
                </c:pt>
                <c:pt idx="235">
                  <c:v>43336.0</c:v>
                </c:pt>
                <c:pt idx="236">
                  <c:v>43337.0</c:v>
                </c:pt>
                <c:pt idx="237">
                  <c:v>43338.0</c:v>
                </c:pt>
                <c:pt idx="238">
                  <c:v>43339.0</c:v>
                </c:pt>
                <c:pt idx="239">
                  <c:v>43340.0</c:v>
                </c:pt>
                <c:pt idx="240">
                  <c:v>43341.0</c:v>
                </c:pt>
                <c:pt idx="241">
                  <c:v>43342.0</c:v>
                </c:pt>
                <c:pt idx="242">
                  <c:v>43343.0</c:v>
                </c:pt>
                <c:pt idx="243">
                  <c:v>43344.0</c:v>
                </c:pt>
                <c:pt idx="244">
                  <c:v>43345.0</c:v>
                </c:pt>
                <c:pt idx="245">
                  <c:v>43346.0</c:v>
                </c:pt>
                <c:pt idx="246">
                  <c:v>43347.0</c:v>
                </c:pt>
                <c:pt idx="247">
                  <c:v>43348.0</c:v>
                </c:pt>
                <c:pt idx="248">
                  <c:v>43349.0</c:v>
                </c:pt>
                <c:pt idx="249">
                  <c:v>43350.0</c:v>
                </c:pt>
                <c:pt idx="250">
                  <c:v>43351.0</c:v>
                </c:pt>
                <c:pt idx="251">
                  <c:v>43352.0</c:v>
                </c:pt>
                <c:pt idx="252">
                  <c:v>43353.0</c:v>
                </c:pt>
                <c:pt idx="253">
                  <c:v>43354.0</c:v>
                </c:pt>
                <c:pt idx="254">
                  <c:v>43355.0</c:v>
                </c:pt>
                <c:pt idx="255">
                  <c:v>43356.0</c:v>
                </c:pt>
                <c:pt idx="256">
                  <c:v>43357.0</c:v>
                </c:pt>
                <c:pt idx="257">
                  <c:v>43358.0</c:v>
                </c:pt>
                <c:pt idx="258">
                  <c:v>43359.0</c:v>
                </c:pt>
                <c:pt idx="259">
                  <c:v>43360.0</c:v>
                </c:pt>
                <c:pt idx="260">
                  <c:v>43361.0</c:v>
                </c:pt>
                <c:pt idx="261">
                  <c:v>43362.0</c:v>
                </c:pt>
                <c:pt idx="262">
                  <c:v>43363.0</c:v>
                </c:pt>
                <c:pt idx="263">
                  <c:v>43364.0</c:v>
                </c:pt>
                <c:pt idx="264">
                  <c:v>43365.0</c:v>
                </c:pt>
                <c:pt idx="265">
                  <c:v>43366.0</c:v>
                </c:pt>
                <c:pt idx="266">
                  <c:v>43367.0</c:v>
                </c:pt>
                <c:pt idx="267">
                  <c:v>43368.0</c:v>
                </c:pt>
                <c:pt idx="268">
                  <c:v>43369.0</c:v>
                </c:pt>
                <c:pt idx="269">
                  <c:v>43370.0</c:v>
                </c:pt>
                <c:pt idx="270">
                  <c:v>43371.0</c:v>
                </c:pt>
                <c:pt idx="271">
                  <c:v>43372.0</c:v>
                </c:pt>
                <c:pt idx="272">
                  <c:v>43373.0</c:v>
                </c:pt>
                <c:pt idx="273">
                  <c:v>43374.0</c:v>
                </c:pt>
                <c:pt idx="274">
                  <c:v>43375.0</c:v>
                </c:pt>
                <c:pt idx="275">
                  <c:v>43376.0</c:v>
                </c:pt>
                <c:pt idx="276">
                  <c:v>43377.0</c:v>
                </c:pt>
                <c:pt idx="277">
                  <c:v>43378.0</c:v>
                </c:pt>
                <c:pt idx="278">
                  <c:v>43379.0</c:v>
                </c:pt>
                <c:pt idx="279">
                  <c:v>43380.0</c:v>
                </c:pt>
                <c:pt idx="280">
                  <c:v>43381.0</c:v>
                </c:pt>
                <c:pt idx="281">
                  <c:v>43382.0</c:v>
                </c:pt>
                <c:pt idx="282">
                  <c:v>43383.0</c:v>
                </c:pt>
                <c:pt idx="283">
                  <c:v>43384.0</c:v>
                </c:pt>
                <c:pt idx="284">
                  <c:v>43385.0</c:v>
                </c:pt>
                <c:pt idx="285">
                  <c:v>43386.0</c:v>
                </c:pt>
                <c:pt idx="286">
                  <c:v>43387.0</c:v>
                </c:pt>
                <c:pt idx="287">
                  <c:v>43388.0</c:v>
                </c:pt>
                <c:pt idx="288">
                  <c:v>43389.0</c:v>
                </c:pt>
                <c:pt idx="289">
                  <c:v>43390.0</c:v>
                </c:pt>
                <c:pt idx="290">
                  <c:v>43391.0</c:v>
                </c:pt>
                <c:pt idx="291">
                  <c:v>43392.0</c:v>
                </c:pt>
                <c:pt idx="292">
                  <c:v>43393.0</c:v>
                </c:pt>
                <c:pt idx="293">
                  <c:v>43394.0</c:v>
                </c:pt>
                <c:pt idx="294">
                  <c:v>43395.0</c:v>
                </c:pt>
                <c:pt idx="295">
                  <c:v>43396.0</c:v>
                </c:pt>
                <c:pt idx="296">
                  <c:v>43397.0</c:v>
                </c:pt>
                <c:pt idx="297">
                  <c:v>43398.0</c:v>
                </c:pt>
                <c:pt idx="298">
                  <c:v>43399.0</c:v>
                </c:pt>
                <c:pt idx="299">
                  <c:v>43400.0</c:v>
                </c:pt>
                <c:pt idx="300">
                  <c:v>43401.0</c:v>
                </c:pt>
                <c:pt idx="301">
                  <c:v>43402.0</c:v>
                </c:pt>
                <c:pt idx="302">
                  <c:v>43403.0</c:v>
                </c:pt>
                <c:pt idx="303">
                  <c:v>43404.0</c:v>
                </c:pt>
                <c:pt idx="304">
                  <c:v>43405.0</c:v>
                </c:pt>
                <c:pt idx="305">
                  <c:v>43406.0</c:v>
                </c:pt>
                <c:pt idx="306">
                  <c:v>43407.0</c:v>
                </c:pt>
                <c:pt idx="307">
                  <c:v>43408.0</c:v>
                </c:pt>
                <c:pt idx="308">
                  <c:v>43409.0</c:v>
                </c:pt>
                <c:pt idx="309">
                  <c:v>43410.0</c:v>
                </c:pt>
                <c:pt idx="310">
                  <c:v>43411.0</c:v>
                </c:pt>
                <c:pt idx="311">
                  <c:v>43412.0</c:v>
                </c:pt>
                <c:pt idx="312">
                  <c:v>43413.0</c:v>
                </c:pt>
                <c:pt idx="313">
                  <c:v>43414.0</c:v>
                </c:pt>
                <c:pt idx="314">
                  <c:v>43415.0</c:v>
                </c:pt>
                <c:pt idx="315">
                  <c:v>43416.0</c:v>
                </c:pt>
                <c:pt idx="316">
                  <c:v>43417.0</c:v>
                </c:pt>
                <c:pt idx="317">
                  <c:v>43418.0</c:v>
                </c:pt>
                <c:pt idx="318">
                  <c:v>43419.0</c:v>
                </c:pt>
                <c:pt idx="319">
                  <c:v>43420.0</c:v>
                </c:pt>
                <c:pt idx="320">
                  <c:v>43421.0</c:v>
                </c:pt>
                <c:pt idx="321">
                  <c:v>43422.0</c:v>
                </c:pt>
                <c:pt idx="322">
                  <c:v>43423.0</c:v>
                </c:pt>
                <c:pt idx="323">
                  <c:v>43424.0</c:v>
                </c:pt>
                <c:pt idx="324">
                  <c:v>43425.0</c:v>
                </c:pt>
                <c:pt idx="325">
                  <c:v>43426.0</c:v>
                </c:pt>
                <c:pt idx="326">
                  <c:v>43427.0</c:v>
                </c:pt>
                <c:pt idx="327">
                  <c:v>43428.0</c:v>
                </c:pt>
                <c:pt idx="328">
                  <c:v>43429.0</c:v>
                </c:pt>
                <c:pt idx="329">
                  <c:v>43430.0</c:v>
                </c:pt>
                <c:pt idx="330">
                  <c:v>43431.0</c:v>
                </c:pt>
                <c:pt idx="331">
                  <c:v>43432.0</c:v>
                </c:pt>
                <c:pt idx="332">
                  <c:v>43433.0</c:v>
                </c:pt>
                <c:pt idx="333">
                  <c:v>43434.0</c:v>
                </c:pt>
                <c:pt idx="334">
                  <c:v>43435.0</c:v>
                </c:pt>
                <c:pt idx="335">
                  <c:v>43436.0</c:v>
                </c:pt>
                <c:pt idx="336">
                  <c:v>43437.0</c:v>
                </c:pt>
                <c:pt idx="337">
                  <c:v>43438.0</c:v>
                </c:pt>
                <c:pt idx="338">
                  <c:v>43439.0</c:v>
                </c:pt>
                <c:pt idx="339">
                  <c:v>43440.0</c:v>
                </c:pt>
                <c:pt idx="340">
                  <c:v>43441.0</c:v>
                </c:pt>
                <c:pt idx="341">
                  <c:v>43442.0</c:v>
                </c:pt>
                <c:pt idx="342">
                  <c:v>43443.0</c:v>
                </c:pt>
                <c:pt idx="343">
                  <c:v>43444.0</c:v>
                </c:pt>
                <c:pt idx="344">
                  <c:v>43445.0</c:v>
                </c:pt>
                <c:pt idx="345">
                  <c:v>43446.0</c:v>
                </c:pt>
                <c:pt idx="346">
                  <c:v>43447.0</c:v>
                </c:pt>
                <c:pt idx="347">
                  <c:v>43448.0</c:v>
                </c:pt>
                <c:pt idx="348">
                  <c:v>43449.0</c:v>
                </c:pt>
                <c:pt idx="349">
                  <c:v>43450.0</c:v>
                </c:pt>
                <c:pt idx="350">
                  <c:v>43451.0</c:v>
                </c:pt>
                <c:pt idx="351">
                  <c:v>43452.0</c:v>
                </c:pt>
                <c:pt idx="352">
                  <c:v>43453.0</c:v>
                </c:pt>
                <c:pt idx="353">
                  <c:v>43454.0</c:v>
                </c:pt>
                <c:pt idx="354">
                  <c:v>43455.0</c:v>
                </c:pt>
                <c:pt idx="355">
                  <c:v>43456.0</c:v>
                </c:pt>
                <c:pt idx="356">
                  <c:v>43457.0</c:v>
                </c:pt>
                <c:pt idx="357">
                  <c:v>43458.0</c:v>
                </c:pt>
                <c:pt idx="358">
                  <c:v>43459.0</c:v>
                </c:pt>
                <c:pt idx="359">
                  <c:v>43460.0</c:v>
                </c:pt>
                <c:pt idx="360">
                  <c:v>43461.0</c:v>
                </c:pt>
                <c:pt idx="361">
                  <c:v>43462.0</c:v>
                </c:pt>
                <c:pt idx="362">
                  <c:v>43463.0</c:v>
                </c:pt>
                <c:pt idx="363">
                  <c:v>43464.0</c:v>
                </c:pt>
                <c:pt idx="364">
                  <c:v>43465.0</c:v>
                </c:pt>
                <c:pt idx="365">
                  <c:v>43466.0</c:v>
                </c:pt>
              </c:numCache>
            </c:numRef>
          </c:cat>
          <c:val>
            <c:numRef>
              <c:f>Sheet1!$C$2:$C$367</c:f>
              <c:numCache>
                <c:formatCode>General</c:formatCode>
                <c:ptCount val="366"/>
                <c:pt idx="0">
                  <c:v>252.94</c:v>
                </c:pt>
                <c:pt idx="1">
                  <c:v>253.0</c:v>
                </c:pt>
                <c:pt idx="2">
                  <c:v>253.0</c:v>
                </c:pt>
                <c:pt idx="3">
                  <c:v>253.0</c:v>
                </c:pt>
                <c:pt idx="4">
                  <c:v>252.958</c:v>
                </c:pt>
                <c:pt idx="5">
                  <c:v>252.918</c:v>
                </c:pt>
                <c:pt idx="6">
                  <c:v>252.881</c:v>
                </c:pt>
                <c:pt idx="7">
                  <c:v>252.848</c:v>
                </c:pt>
                <c:pt idx="8">
                  <c:v>252.817</c:v>
                </c:pt>
                <c:pt idx="9">
                  <c:v>252.789</c:v>
                </c:pt>
                <c:pt idx="10">
                  <c:v>252.764</c:v>
                </c:pt>
                <c:pt idx="11">
                  <c:v>252.743</c:v>
                </c:pt>
                <c:pt idx="12">
                  <c:v>252.725</c:v>
                </c:pt>
                <c:pt idx="13">
                  <c:v>252.71</c:v>
                </c:pt>
                <c:pt idx="14">
                  <c:v>252.698</c:v>
                </c:pt>
                <c:pt idx="15">
                  <c:v>252.69</c:v>
                </c:pt>
                <c:pt idx="16">
                  <c:v>252.684</c:v>
                </c:pt>
                <c:pt idx="17">
                  <c:v>252.682</c:v>
                </c:pt>
                <c:pt idx="18">
                  <c:v>252.683</c:v>
                </c:pt>
                <c:pt idx="19">
                  <c:v>252.688</c:v>
                </c:pt>
                <c:pt idx="20">
                  <c:v>252.696</c:v>
                </c:pt>
                <c:pt idx="21">
                  <c:v>252.706</c:v>
                </c:pt>
                <c:pt idx="22">
                  <c:v>252.721</c:v>
                </c:pt>
                <c:pt idx="23">
                  <c:v>252.738</c:v>
                </c:pt>
                <c:pt idx="24">
                  <c:v>252.758</c:v>
                </c:pt>
                <c:pt idx="25">
                  <c:v>252.782</c:v>
                </c:pt>
                <c:pt idx="26">
                  <c:v>252.809</c:v>
                </c:pt>
                <c:pt idx="27">
                  <c:v>252.84</c:v>
                </c:pt>
                <c:pt idx="28">
                  <c:v>252.873</c:v>
                </c:pt>
                <c:pt idx="29">
                  <c:v>252.91</c:v>
                </c:pt>
                <c:pt idx="30">
                  <c:v>252.95</c:v>
                </c:pt>
                <c:pt idx="31">
                  <c:v>252.993</c:v>
                </c:pt>
                <c:pt idx="32">
                  <c:v>252.801</c:v>
                </c:pt>
                <c:pt idx="33">
                  <c:v>252.618</c:v>
                </c:pt>
                <c:pt idx="34">
                  <c:v>252.458</c:v>
                </c:pt>
                <c:pt idx="35">
                  <c:v>252.295</c:v>
                </c:pt>
                <c:pt idx="36">
                  <c:v>252.108</c:v>
                </c:pt>
                <c:pt idx="37">
                  <c:v>251.945</c:v>
                </c:pt>
                <c:pt idx="38">
                  <c:v>251.825</c:v>
                </c:pt>
                <c:pt idx="39">
                  <c:v>251.718</c:v>
                </c:pt>
                <c:pt idx="40">
                  <c:v>251.625</c:v>
                </c:pt>
                <c:pt idx="41">
                  <c:v>251.545</c:v>
                </c:pt>
                <c:pt idx="42">
                  <c:v>251.479</c:v>
                </c:pt>
                <c:pt idx="43">
                  <c:v>251.427</c:v>
                </c:pt>
                <c:pt idx="44">
                  <c:v>251.388</c:v>
                </c:pt>
                <c:pt idx="45">
                  <c:v>251.363</c:v>
                </c:pt>
                <c:pt idx="46">
                  <c:v>251.351</c:v>
                </c:pt>
                <c:pt idx="47">
                  <c:v>251.353</c:v>
                </c:pt>
                <c:pt idx="48">
                  <c:v>251.369</c:v>
                </c:pt>
                <c:pt idx="49">
                  <c:v>251.398</c:v>
                </c:pt>
                <c:pt idx="50">
                  <c:v>251.441</c:v>
                </c:pt>
                <c:pt idx="51">
                  <c:v>251.498</c:v>
                </c:pt>
                <c:pt idx="52">
                  <c:v>251.568</c:v>
                </c:pt>
                <c:pt idx="53">
                  <c:v>251.652</c:v>
                </c:pt>
                <c:pt idx="54">
                  <c:v>251.75</c:v>
                </c:pt>
                <c:pt idx="55">
                  <c:v>251.861</c:v>
                </c:pt>
                <c:pt idx="56">
                  <c:v>251.994</c:v>
                </c:pt>
                <c:pt idx="57">
                  <c:v>252.163</c:v>
                </c:pt>
                <c:pt idx="58">
                  <c:v>252.356</c:v>
                </c:pt>
                <c:pt idx="59">
                  <c:v>252.507</c:v>
                </c:pt>
                <c:pt idx="60">
                  <c:v>252.437</c:v>
                </c:pt>
                <c:pt idx="61">
                  <c:v>252.383</c:v>
                </c:pt>
                <c:pt idx="62">
                  <c:v>252.355</c:v>
                </c:pt>
                <c:pt idx="63">
                  <c:v>252.342</c:v>
                </c:pt>
                <c:pt idx="64">
                  <c:v>252.351</c:v>
                </c:pt>
                <c:pt idx="65">
                  <c:v>252.376</c:v>
                </c:pt>
                <c:pt idx="66">
                  <c:v>252.418</c:v>
                </c:pt>
                <c:pt idx="67">
                  <c:v>252.478</c:v>
                </c:pt>
                <c:pt idx="68">
                  <c:v>252.555</c:v>
                </c:pt>
                <c:pt idx="69">
                  <c:v>252.65</c:v>
                </c:pt>
                <c:pt idx="70">
                  <c:v>252.765</c:v>
                </c:pt>
                <c:pt idx="71">
                  <c:v>252.898</c:v>
                </c:pt>
                <c:pt idx="72">
                  <c:v>253.0</c:v>
                </c:pt>
                <c:pt idx="73">
                  <c:v>253.0</c:v>
                </c:pt>
                <c:pt idx="74">
                  <c:v>252.475</c:v>
                </c:pt>
                <c:pt idx="75">
                  <c:v>251.865</c:v>
                </c:pt>
                <c:pt idx="76">
                  <c:v>251.355</c:v>
                </c:pt>
                <c:pt idx="77">
                  <c:v>250.871</c:v>
                </c:pt>
                <c:pt idx="78">
                  <c:v>250.5</c:v>
                </c:pt>
                <c:pt idx="79">
                  <c:v>250.5</c:v>
                </c:pt>
                <c:pt idx="80">
                  <c:v>250.5</c:v>
                </c:pt>
                <c:pt idx="81">
                  <c:v>250.5</c:v>
                </c:pt>
                <c:pt idx="82">
                  <c:v>250.5</c:v>
                </c:pt>
                <c:pt idx="83">
                  <c:v>250.5</c:v>
                </c:pt>
                <c:pt idx="84">
                  <c:v>250.5</c:v>
                </c:pt>
                <c:pt idx="85">
                  <c:v>250.5</c:v>
                </c:pt>
                <c:pt idx="86">
                  <c:v>250.514</c:v>
                </c:pt>
                <c:pt idx="87">
                  <c:v>250.581</c:v>
                </c:pt>
                <c:pt idx="88">
                  <c:v>250.701</c:v>
                </c:pt>
                <c:pt idx="89">
                  <c:v>250.874</c:v>
                </c:pt>
                <c:pt idx="90">
                  <c:v>251.101</c:v>
                </c:pt>
                <c:pt idx="91">
                  <c:v>250.869</c:v>
                </c:pt>
                <c:pt idx="92">
                  <c:v>250.7</c:v>
                </c:pt>
                <c:pt idx="93">
                  <c:v>250.621</c:v>
                </c:pt>
                <c:pt idx="94">
                  <c:v>250.623</c:v>
                </c:pt>
                <c:pt idx="95">
                  <c:v>250.706</c:v>
                </c:pt>
                <c:pt idx="96">
                  <c:v>250.868</c:v>
                </c:pt>
                <c:pt idx="97">
                  <c:v>251.112</c:v>
                </c:pt>
                <c:pt idx="98">
                  <c:v>251.436</c:v>
                </c:pt>
                <c:pt idx="99">
                  <c:v>251.84</c:v>
                </c:pt>
                <c:pt idx="100">
                  <c:v>252.4</c:v>
                </c:pt>
                <c:pt idx="101">
                  <c:v>252.448</c:v>
                </c:pt>
                <c:pt idx="102">
                  <c:v>252.57</c:v>
                </c:pt>
                <c:pt idx="103">
                  <c:v>252.768</c:v>
                </c:pt>
                <c:pt idx="104">
                  <c:v>253.0</c:v>
                </c:pt>
                <c:pt idx="105">
                  <c:v>253.0</c:v>
                </c:pt>
                <c:pt idx="106">
                  <c:v>253.0</c:v>
                </c:pt>
                <c:pt idx="107">
                  <c:v>253.0</c:v>
                </c:pt>
                <c:pt idx="108">
                  <c:v>253.0</c:v>
                </c:pt>
                <c:pt idx="109">
                  <c:v>253.0</c:v>
                </c:pt>
                <c:pt idx="110">
                  <c:v>253.0</c:v>
                </c:pt>
                <c:pt idx="111">
                  <c:v>253.0</c:v>
                </c:pt>
                <c:pt idx="112">
                  <c:v>253.0</c:v>
                </c:pt>
                <c:pt idx="113">
                  <c:v>253.0</c:v>
                </c:pt>
                <c:pt idx="114">
                  <c:v>253.0</c:v>
                </c:pt>
                <c:pt idx="115">
                  <c:v>253.0</c:v>
                </c:pt>
                <c:pt idx="116">
                  <c:v>253.0</c:v>
                </c:pt>
                <c:pt idx="117">
                  <c:v>253.0</c:v>
                </c:pt>
                <c:pt idx="118">
                  <c:v>253.0</c:v>
                </c:pt>
                <c:pt idx="119">
                  <c:v>253.0</c:v>
                </c:pt>
                <c:pt idx="120">
                  <c:v>253.0</c:v>
                </c:pt>
                <c:pt idx="121">
                  <c:v>253.0</c:v>
                </c:pt>
                <c:pt idx="122">
                  <c:v>253.0</c:v>
                </c:pt>
                <c:pt idx="123">
                  <c:v>253.0</c:v>
                </c:pt>
                <c:pt idx="124">
                  <c:v>253.0</c:v>
                </c:pt>
                <c:pt idx="125">
                  <c:v>253.0</c:v>
                </c:pt>
                <c:pt idx="126">
                  <c:v>253.0</c:v>
                </c:pt>
                <c:pt idx="127">
                  <c:v>253.0</c:v>
                </c:pt>
                <c:pt idx="128">
                  <c:v>253.0</c:v>
                </c:pt>
                <c:pt idx="129">
                  <c:v>253.0</c:v>
                </c:pt>
                <c:pt idx="130">
                  <c:v>253.0</c:v>
                </c:pt>
                <c:pt idx="131">
                  <c:v>253.0</c:v>
                </c:pt>
                <c:pt idx="132">
                  <c:v>253.0</c:v>
                </c:pt>
                <c:pt idx="133">
                  <c:v>253.0</c:v>
                </c:pt>
                <c:pt idx="134">
                  <c:v>253.0</c:v>
                </c:pt>
                <c:pt idx="135">
                  <c:v>253.0</c:v>
                </c:pt>
                <c:pt idx="136">
                  <c:v>253.0</c:v>
                </c:pt>
                <c:pt idx="137">
                  <c:v>253.0</c:v>
                </c:pt>
                <c:pt idx="138">
                  <c:v>253.0</c:v>
                </c:pt>
                <c:pt idx="139">
                  <c:v>253.0</c:v>
                </c:pt>
                <c:pt idx="140">
                  <c:v>253.0</c:v>
                </c:pt>
                <c:pt idx="141">
                  <c:v>253.0</c:v>
                </c:pt>
                <c:pt idx="142">
                  <c:v>253.0</c:v>
                </c:pt>
                <c:pt idx="143">
                  <c:v>253.0</c:v>
                </c:pt>
                <c:pt idx="144">
                  <c:v>253.0</c:v>
                </c:pt>
                <c:pt idx="145">
                  <c:v>253.0</c:v>
                </c:pt>
                <c:pt idx="146">
                  <c:v>253.0</c:v>
                </c:pt>
                <c:pt idx="147">
                  <c:v>253.0</c:v>
                </c:pt>
                <c:pt idx="148">
                  <c:v>253.0</c:v>
                </c:pt>
                <c:pt idx="149">
                  <c:v>253.0</c:v>
                </c:pt>
                <c:pt idx="150">
                  <c:v>253.0</c:v>
                </c:pt>
                <c:pt idx="151">
                  <c:v>253.0</c:v>
                </c:pt>
                <c:pt idx="152">
                  <c:v>253.0</c:v>
                </c:pt>
                <c:pt idx="153">
                  <c:v>253.0</c:v>
                </c:pt>
                <c:pt idx="154">
                  <c:v>253.0</c:v>
                </c:pt>
                <c:pt idx="155">
                  <c:v>253.0</c:v>
                </c:pt>
                <c:pt idx="156">
                  <c:v>253.0</c:v>
                </c:pt>
                <c:pt idx="157">
                  <c:v>253.0</c:v>
                </c:pt>
                <c:pt idx="158">
                  <c:v>253.0</c:v>
                </c:pt>
                <c:pt idx="159">
                  <c:v>253.0</c:v>
                </c:pt>
                <c:pt idx="160">
                  <c:v>253.0</c:v>
                </c:pt>
                <c:pt idx="161">
                  <c:v>253.0</c:v>
                </c:pt>
                <c:pt idx="162">
                  <c:v>253.0</c:v>
                </c:pt>
                <c:pt idx="163">
                  <c:v>253.0</c:v>
                </c:pt>
                <c:pt idx="164">
                  <c:v>253.0</c:v>
                </c:pt>
                <c:pt idx="165">
                  <c:v>253.0</c:v>
                </c:pt>
                <c:pt idx="166">
                  <c:v>253.0</c:v>
                </c:pt>
                <c:pt idx="167">
                  <c:v>253.0</c:v>
                </c:pt>
                <c:pt idx="168">
                  <c:v>253.0</c:v>
                </c:pt>
                <c:pt idx="169">
                  <c:v>253.0</c:v>
                </c:pt>
                <c:pt idx="170">
                  <c:v>253.0</c:v>
                </c:pt>
                <c:pt idx="171">
                  <c:v>253.0</c:v>
                </c:pt>
                <c:pt idx="172">
                  <c:v>253.0</c:v>
                </c:pt>
                <c:pt idx="173">
                  <c:v>252.235</c:v>
                </c:pt>
                <c:pt idx="174">
                  <c:v>251.302</c:v>
                </c:pt>
                <c:pt idx="175">
                  <c:v>250.5</c:v>
                </c:pt>
                <c:pt idx="176">
                  <c:v>250.5</c:v>
                </c:pt>
                <c:pt idx="177">
                  <c:v>250.5</c:v>
                </c:pt>
                <c:pt idx="178">
                  <c:v>250.5</c:v>
                </c:pt>
                <c:pt idx="179">
                  <c:v>250.5</c:v>
                </c:pt>
                <c:pt idx="180">
                  <c:v>250.5</c:v>
                </c:pt>
                <c:pt idx="181">
                  <c:v>250.5</c:v>
                </c:pt>
                <c:pt idx="182">
                  <c:v>251.254</c:v>
                </c:pt>
                <c:pt idx="183">
                  <c:v>251.929</c:v>
                </c:pt>
                <c:pt idx="184">
                  <c:v>252.602</c:v>
                </c:pt>
                <c:pt idx="185">
                  <c:v>253.0</c:v>
                </c:pt>
                <c:pt idx="186">
                  <c:v>253.0</c:v>
                </c:pt>
                <c:pt idx="187">
                  <c:v>253.0</c:v>
                </c:pt>
                <c:pt idx="188">
                  <c:v>253.0</c:v>
                </c:pt>
                <c:pt idx="189">
                  <c:v>253.0</c:v>
                </c:pt>
                <c:pt idx="190">
                  <c:v>253.0</c:v>
                </c:pt>
                <c:pt idx="191">
                  <c:v>253.0</c:v>
                </c:pt>
                <c:pt idx="192">
                  <c:v>253.0</c:v>
                </c:pt>
                <c:pt idx="193">
                  <c:v>253.0</c:v>
                </c:pt>
                <c:pt idx="194">
                  <c:v>253.0</c:v>
                </c:pt>
                <c:pt idx="195">
                  <c:v>253.0</c:v>
                </c:pt>
                <c:pt idx="196">
                  <c:v>253.0</c:v>
                </c:pt>
                <c:pt idx="197">
                  <c:v>253.0</c:v>
                </c:pt>
                <c:pt idx="198">
                  <c:v>253.0</c:v>
                </c:pt>
                <c:pt idx="199">
                  <c:v>253.0</c:v>
                </c:pt>
                <c:pt idx="200">
                  <c:v>253.0</c:v>
                </c:pt>
                <c:pt idx="201">
                  <c:v>253.0</c:v>
                </c:pt>
                <c:pt idx="202">
                  <c:v>253.0</c:v>
                </c:pt>
                <c:pt idx="203">
                  <c:v>253.0</c:v>
                </c:pt>
                <c:pt idx="204">
                  <c:v>252.987</c:v>
                </c:pt>
                <c:pt idx="205">
                  <c:v>252.945</c:v>
                </c:pt>
                <c:pt idx="206">
                  <c:v>252.873</c:v>
                </c:pt>
                <c:pt idx="207">
                  <c:v>252.77</c:v>
                </c:pt>
                <c:pt idx="208">
                  <c:v>252.639</c:v>
                </c:pt>
                <c:pt idx="209">
                  <c:v>252.48</c:v>
                </c:pt>
                <c:pt idx="210">
                  <c:v>252.269</c:v>
                </c:pt>
                <c:pt idx="211">
                  <c:v>251.975</c:v>
                </c:pt>
                <c:pt idx="212">
                  <c:v>251.714</c:v>
                </c:pt>
                <c:pt idx="213">
                  <c:v>252.294</c:v>
                </c:pt>
                <c:pt idx="214">
                  <c:v>252.745</c:v>
                </c:pt>
                <c:pt idx="215">
                  <c:v>253.0</c:v>
                </c:pt>
                <c:pt idx="216">
                  <c:v>253.0</c:v>
                </c:pt>
                <c:pt idx="217">
                  <c:v>253.0</c:v>
                </c:pt>
                <c:pt idx="218">
                  <c:v>253.0</c:v>
                </c:pt>
                <c:pt idx="219">
                  <c:v>253.0</c:v>
                </c:pt>
                <c:pt idx="220">
                  <c:v>253.0</c:v>
                </c:pt>
                <c:pt idx="221">
                  <c:v>253.0</c:v>
                </c:pt>
                <c:pt idx="222">
                  <c:v>253.0</c:v>
                </c:pt>
                <c:pt idx="223">
                  <c:v>253.0</c:v>
                </c:pt>
                <c:pt idx="224">
                  <c:v>252.992</c:v>
                </c:pt>
                <c:pt idx="225">
                  <c:v>252.938</c:v>
                </c:pt>
                <c:pt idx="226">
                  <c:v>252.836</c:v>
                </c:pt>
                <c:pt idx="227">
                  <c:v>252.681</c:v>
                </c:pt>
                <c:pt idx="228">
                  <c:v>252.476</c:v>
                </c:pt>
                <c:pt idx="229">
                  <c:v>252.199</c:v>
                </c:pt>
                <c:pt idx="230">
                  <c:v>251.897</c:v>
                </c:pt>
                <c:pt idx="231">
                  <c:v>251.64</c:v>
                </c:pt>
                <c:pt idx="232">
                  <c:v>251.384</c:v>
                </c:pt>
                <c:pt idx="233">
                  <c:v>251.128</c:v>
                </c:pt>
                <c:pt idx="234">
                  <c:v>250.872</c:v>
                </c:pt>
                <c:pt idx="235">
                  <c:v>250.616</c:v>
                </c:pt>
                <c:pt idx="236">
                  <c:v>250.5</c:v>
                </c:pt>
                <c:pt idx="237">
                  <c:v>250.5</c:v>
                </c:pt>
                <c:pt idx="238">
                  <c:v>250.5</c:v>
                </c:pt>
                <c:pt idx="239">
                  <c:v>250.5</c:v>
                </c:pt>
                <c:pt idx="240">
                  <c:v>250.5</c:v>
                </c:pt>
                <c:pt idx="241">
                  <c:v>250.5</c:v>
                </c:pt>
                <c:pt idx="242">
                  <c:v>250.5</c:v>
                </c:pt>
                <c:pt idx="243">
                  <c:v>250.5</c:v>
                </c:pt>
                <c:pt idx="244">
                  <c:v>250.5</c:v>
                </c:pt>
                <c:pt idx="245">
                  <c:v>250.5</c:v>
                </c:pt>
                <c:pt idx="246">
                  <c:v>250.5</c:v>
                </c:pt>
                <c:pt idx="247">
                  <c:v>250.5</c:v>
                </c:pt>
                <c:pt idx="248">
                  <c:v>250.5</c:v>
                </c:pt>
                <c:pt idx="249">
                  <c:v>250.5</c:v>
                </c:pt>
                <c:pt idx="250">
                  <c:v>250.5</c:v>
                </c:pt>
                <c:pt idx="251">
                  <c:v>250.5</c:v>
                </c:pt>
                <c:pt idx="252">
                  <c:v>250.5</c:v>
                </c:pt>
                <c:pt idx="253">
                  <c:v>250.5</c:v>
                </c:pt>
                <c:pt idx="254">
                  <c:v>250.5</c:v>
                </c:pt>
                <c:pt idx="255">
                  <c:v>250.5</c:v>
                </c:pt>
                <c:pt idx="256">
                  <c:v>250.5</c:v>
                </c:pt>
                <c:pt idx="257">
                  <c:v>250.5</c:v>
                </c:pt>
                <c:pt idx="258">
                  <c:v>250.5</c:v>
                </c:pt>
                <c:pt idx="259">
                  <c:v>250.5</c:v>
                </c:pt>
                <c:pt idx="260">
                  <c:v>250.5</c:v>
                </c:pt>
                <c:pt idx="261">
                  <c:v>250.5</c:v>
                </c:pt>
                <c:pt idx="262">
                  <c:v>250.5</c:v>
                </c:pt>
                <c:pt idx="263">
                  <c:v>250.5</c:v>
                </c:pt>
                <c:pt idx="264">
                  <c:v>250.5</c:v>
                </c:pt>
                <c:pt idx="265">
                  <c:v>250.5</c:v>
                </c:pt>
                <c:pt idx="266">
                  <c:v>250.5</c:v>
                </c:pt>
                <c:pt idx="267">
                  <c:v>250.5</c:v>
                </c:pt>
                <c:pt idx="268">
                  <c:v>250.5</c:v>
                </c:pt>
                <c:pt idx="269">
                  <c:v>250.5</c:v>
                </c:pt>
                <c:pt idx="270">
                  <c:v>250.5</c:v>
                </c:pt>
                <c:pt idx="271">
                  <c:v>250.5</c:v>
                </c:pt>
                <c:pt idx="272">
                  <c:v>250.5</c:v>
                </c:pt>
                <c:pt idx="273">
                  <c:v>250.5</c:v>
                </c:pt>
                <c:pt idx="274">
                  <c:v>250.5</c:v>
                </c:pt>
                <c:pt idx="275">
                  <c:v>250.5</c:v>
                </c:pt>
                <c:pt idx="276">
                  <c:v>250.5</c:v>
                </c:pt>
                <c:pt idx="277">
                  <c:v>250.5</c:v>
                </c:pt>
                <c:pt idx="278">
                  <c:v>250.5</c:v>
                </c:pt>
                <c:pt idx="279">
                  <c:v>250.5</c:v>
                </c:pt>
                <c:pt idx="280">
                  <c:v>250.5</c:v>
                </c:pt>
                <c:pt idx="281">
                  <c:v>250.5</c:v>
                </c:pt>
                <c:pt idx="282">
                  <c:v>250.5</c:v>
                </c:pt>
                <c:pt idx="283">
                  <c:v>250.5</c:v>
                </c:pt>
                <c:pt idx="284">
                  <c:v>250.5</c:v>
                </c:pt>
                <c:pt idx="285">
                  <c:v>250.5</c:v>
                </c:pt>
                <c:pt idx="286">
                  <c:v>250.5</c:v>
                </c:pt>
                <c:pt idx="287">
                  <c:v>250.5</c:v>
                </c:pt>
                <c:pt idx="288">
                  <c:v>250.5</c:v>
                </c:pt>
                <c:pt idx="289">
                  <c:v>250.5</c:v>
                </c:pt>
                <c:pt idx="290">
                  <c:v>250.5</c:v>
                </c:pt>
                <c:pt idx="291">
                  <c:v>250.5</c:v>
                </c:pt>
                <c:pt idx="292">
                  <c:v>250.5</c:v>
                </c:pt>
                <c:pt idx="293">
                  <c:v>250.5</c:v>
                </c:pt>
                <c:pt idx="294">
                  <c:v>250.5</c:v>
                </c:pt>
                <c:pt idx="295">
                  <c:v>250.5</c:v>
                </c:pt>
                <c:pt idx="296">
                  <c:v>250.5</c:v>
                </c:pt>
                <c:pt idx="297">
                  <c:v>250.5</c:v>
                </c:pt>
                <c:pt idx="298">
                  <c:v>250.5</c:v>
                </c:pt>
                <c:pt idx="299">
                  <c:v>250.5</c:v>
                </c:pt>
                <c:pt idx="300">
                  <c:v>250.5</c:v>
                </c:pt>
                <c:pt idx="301">
                  <c:v>250.5</c:v>
                </c:pt>
                <c:pt idx="302">
                  <c:v>250.5</c:v>
                </c:pt>
                <c:pt idx="303">
                  <c:v>250.5</c:v>
                </c:pt>
                <c:pt idx="304">
                  <c:v>250.5</c:v>
                </c:pt>
                <c:pt idx="305">
                  <c:v>250.621</c:v>
                </c:pt>
                <c:pt idx="306">
                  <c:v>250.737</c:v>
                </c:pt>
                <c:pt idx="307">
                  <c:v>250.843</c:v>
                </c:pt>
                <c:pt idx="308">
                  <c:v>250.944</c:v>
                </c:pt>
                <c:pt idx="309">
                  <c:v>251.042</c:v>
                </c:pt>
                <c:pt idx="310">
                  <c:v>251.136</c:v>
                </c:pt>
                <c:pt idx="311">
                  <c:v>251.226</c:v>
                </c:pt>
                <c:pt idx="312">
                  <c:v>251.312</c:v>
                </c:pt>
                <c:pt idx="313">
                  <c:v>251.394</c:v>
                </c:pt>
                <c:pt idx="314">
                  <c:v>251.473</c:v>
                </c:pt>
                <c:pt idx="315">
                  <c:v>251.547</c:v>
                </c:pt>
                <c:pt idx="316">
                  <c:v>251.618</c:v>
                </c:pt>
                <c:pt idx="317">
                  <c:v>251.685</c:v>
                </c:pt>
                <c:pt idx="318">
                  <c:v>251.748</c:v>
                </c:pt>
                <c:pt idx="319">
                  <c:v>251.807</c:v>
                </c:pt>
                <c:pt idx="320">
                  <c:v>251.863</c:v>
                </c:pt>
                <c:pt idx="321">
                  <c:v>251.914</c:v>
                </c:pt>
                <c:pt idx="322">
                  <c:v>251.965</c:v>
                </c:pt>
                <c:pt idx="323">
                  <c:v>252.018</c:v>
                </c:pt>
                <c:pt idx="324">
                  <c:v>252.067</c:v>
                </c:pt>
                <c:pt idx="325">
                  <c:v>252.111</c:v>
                </c:pt>
                <c:pt idx="326">
                  <c:v>252.15</c:v>
                </c:pt>
                <c:pt idx="327">
                  <c:v>252.187</c:v>
                </c:pt>
                <c:pt idx="328">
                  <c:v>252.218</c:v>
                </c:pt>
                <c:pt idx="329">
                  <c:v>252.245</c:v>
                </c:pt>
                <c:pt idx="330">
                  <c:v>252.267</c:v>
                </c:pt>
                <c:pt idx="331">
                  <c:v>252.284</c:v>
                </c:pt>
                <c:pt idx="332">
                  <c:v>252.296</c:v>
                </c:pt>
                <c:pt idx="333">
                  <c:v>252.303</c:v>
                </c:pt>
                <c:pt idx="334">
                  <c:v>252.305</c:v>
                </c:pt>
                <c:pt idx="335">
                  <c:v>252.549</c:v>
                </c:pt>
                <c:pt idx="336">
                  <c:v>252.777</c:v>
                </c:pt>
                <c:pt idx="337">
                  <c:v>252.996</c:v>
                </c:pt>
                <c:pt idx="338">
                  <c:v>253.0</c:v>
                </c:pt>
                <c:pt idx="339">
                  <c:v>253.0</c:v>
                </c:pt>
                <c:pt idx="340">
                  <c:v>253.0</c:v>
                </c:pt>
                <c:pt idx="341">
                  <c:v>253.0</c:v>
                </c:pt>
                <c:pt idx="342">
                  <c:v>253.0</c:v>
                </c:pt>
                <c:pt idx="343">
                  <c:v>253.0</c:v>
                </c:pt>
                <c:pt idx="344">
                  <c:v>253.0</c:v>
                </c:pt>
                <c:pt idx="345">
                  <c:v>253.0</c:v>
                </c:pt>
                <c:pt idx="346">
                  <c:v>253.0</c:v>
                </c:pt>
                <c:pt idx="347">
                  <c:v>253.0</c:v>
                </c:pt>
                <c:pt idx="348">
                  <c:v>253.0</c:v>
                </c:pt>
                <c:pt idx="349">
                  <c:v>253.0</c:v>
                </c:pt>
                <c:pt idx="350">
                  <c:v>253.0</c:v>
                </c:pt>
                <c:pt idx="351">
                  <c:v>253.0</c:v>
                </c:pt>
                <c:pt idx="352">
                  <c:v>253.0</c:v>
                </c:pt>
                <c:pt idx="353">
                  <c:v>253.0</c:v>
                </c:pt>
                <c:pt idx="354">
                  <c:v>253.0</c:v>
                </c:pt>
                <c:pt idx="355">
                  <c:v>253.0</c:v>
                </c:pt>
                <c:pt idx="356">
                  <c:v>253.0</c:v>
                </c:pt>
                <c:pt idx="357">
                  <c:v>253.0</c:v>
                </c:pt>
                <c:pt idx="358">
                  <c:v>253.0</c:v>
                </c:pt>
                <c:pt idx="359">
                  <c:v>253.0</c:v>
                </c:pt>
                <c:pt idx="360">
                  <c:v>253.0</c:v>
                </c:pt>
                <c:pt idx="361">
                  <c:v>253.0</c:v>
                </c:pt>
                <c:pt idx="362">
                  <c:v>253.0</c:v>
                </c:pt>
                <c:pt idx="363">
                  <c:v>253.0</c:v>
                </c:pt>
                <c:pt idx="364">
                  <c:v>253.0</c:v>
                </c:pt>
                <c:pt idx="365">
                  <c:v>253.0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Cedar Pool Elevation</c:v>
                </c:pt>
              </c:strCache>
            </c:strRef>
          </c:tx>
          <c:spPr>
            <a:ln w="22225">
              <a:solidFill>
                <a:srgbClr val="F6B26B"/>
              </a:solidFill>
            </a:ln>
          </c:spPr>
          <c:marker>
            <c:symbol val="none"/>
          </c:marker>
          <c:cat>
            <c:numRef>
              <c:f>Sheet1!$A$2:$A$367</c:f>
              <c:numCache>
                <c:formatCode>yyyy-mm-dd</c:formatCode>
                <c:ptCount val="366"/>
                <c:pt idx="0">
                  <c:v>43101.0</c:v>
                </c:pt>
                <c:pt idx="1">
                  <c:v>43102.0</c:v>
                </c:pt>
                <c:pt idx="2">
                  <c:v>43103.0</c:v>
                </c:pt>
                <c:pt idx="3">
                  <c:v>43104.0</c:v>
                </c:pt>
                <c:pt idx="4">
                  <c:v>43105.0</c:v>
                </c:pt>
                <c:pt idx="5">
                  <c:v>43106.0</c:v>
                </c:pt>
                <c:pt idx="6">
                  <c:v>43107.0</c:v>
                </c:pt>
                <c:pt idx="7">
                  <c:v>43108.0</c:v>
                </c:pt>
                <c:pt idx="8">
                  <c:v>43109.0</c:v>
                </c:pt>
                <c:pt idx="9">
                  <c:v>43110.0</c:v>
                </c:pt>
                <c:pt idx="10">
                  <c:v>43111.0</c:v>
                </c:pt>
                <c:pt idx="11">
                  <c:v>43112.0</c:v>
                </c:pt>
                <c:pt idx="12">
                  <c:v>43113.0</c:v>
                </c:pt>
                <c:pt idx="13">
                  <c:v>43114.0</c:v>
                </c:pt>
                <c:pt idx="14">
                  <c:v>43115.0</c:v>
                </c:pt>
                <c:pt idx="15">
                  <c:v>43116.0</c:v>
                </c:pt>
                <c:pt idx="16">
                  <c:v>43117.0</c:v>
                </c:pt>
                <c:pt idx="17">
                  <c:v>43118.0</c:v>
                </c:pt>
                <c:pt idx="18">
                  <c:v>43119.0</c:v>
                </c:pt>
                <c:pt idx="19">
                  <c:v>43120.0</c:v>
                </c:pt>
                <c:pt idx="20">
                  <c:v>43121.0</c:v>
                </c:pt>
                <c:pt idx="21">
                  <c:v>43122.0</c:v>
                </c:pt>
                <c:pt idx="22">
                  <c:v>43123.0</c:v>
                </c:pt>
                <c:pt idx="23">
                  <c:v>43124.0</c:v>
                </c:pt>
                <c:pt idx="24">
                  <c:v>43125.0</c:v>
                </c:pt>
                <c:pt idx="25">
                  <c:v>43126.0</c:v>
                </c:pt>
                <c:pt idx="26">
                  <c:v>43127.0</c:v>
                </c:pt>
                <c:pt idx="27">
                  <c:v>43128.0</c:v>
                </c:pt>
                <c:pt idx="28">
                  <c:v>43129.0</c:v>
                </c:pt>
                <c:pt idx="29">
                  <c:v>43130.0</c:v>
                </c:pt>
                <c:pt idx="30">
                  <c:v>43131.0</c:v>
                </c:pt>
                <c:pt idx="31">
                  <c:v>43132.0</c:v>
                </c:pt>
                <c:pt idx="32">
                  <c:v>43133.0</c:v>
                </c:pt>
                <c:pt idx="33">
                  <c:v>43134.0</c:v>
                </c:pt>
                <c:pt idx="34">
                  <c:v>43135.0</c:v>
                </c:pt>
                <c:pt idx="35">
                  <c:v>43136.0</c:v>
                </c:pt>
                <c:pt idx="36">
                  <c:v>43137.0</c:v>
                </c:pt>
                <c:pt idx="37">
                  <c:v>43138.0</c:v>
                </c:pt>
                <c:pt idx="38">
                  <c:v>43139.0</c:v>
                </c:pt>
                <c:pt idx="39">
                  <c:v>43140.0</c:v>
                </c:pt>
                <c:pt idx="40">
                  <c:v>43141.0</c:v>
                </c:pt>
                <c:pt idx="41">
                  <c:v>43142.0</c:v>
                </c:pt>
                <c:pt idx="42">
                  <c:v>43143.0</c:v>
                </c:pt>
                <c:pt idx="43">
                  <c:v>43144.0</c:v>
                </c:pt>
                <c:pt idx="44">
                  <c:v>43145.0</c:v>
                </c:pt>
                <c:pt idx="45">
                  <c:v>43146.0</c:v>
                </c:pt>
                <c:pt idx="46">
                  <c:v>43147.0</c:v>
                </c:pt>
                <c:pt idx="47">
                  <c:v>43148.0</c:v>
                </c:pt>
                <c:pt idx="48">
                  <c:v>43149.0</c:v>
                </c:pt>
                <c:pt idx="49">
                  <c:v>43150.0</c:v>
                </c:pt>
                <c:pt idx="50">
                  <c:v>43151.0</c:v>
                </c:pt>
                <c:pt idx="51">
                  <c:v>43152.0</c:v>
                </c:pt>
                <c:pt idx="52">
                  <c:v>43153.0</c:v>
                </c:pt>
                <c:pt idx="53">
                  <c:v>43154.0</c:v>
                </c:pt>
                <c:pt idx="54">
                  <c:v>43155.0</c:v>
                </c:pt>
                <c:pt idx="55">
                  <c:v>43156.0</c:v>
                </c:pt>
                <c:pt idx="56">
                  <c:v>43157.0</c:v>
                </c:pt>
                <c:pt idx="57">
                  <c:v>43158.0</c:v>
                </c:pt>
                <c:pt idx="58">
                  <c:v>43159.0</c:v>
                </c:pt>
                <c:pt idx="59">
                  <c:v>43160.0</c:v>
                </c:pt>
                <c:pt idx="60">
                  <c:v>43161.0</c:v>
                </c:pt>
                <c:pt idx="61">
                  <c:v>43162.0</c:v>
                </c:pt>
                <c:pt idx="62">
                  <c:v>43163.0</c:v>
                </c:pt>
                <c:pt idx="63">
                  <c:v>43164.0</c:v>
                </c:pt>
                <c:pt idx="64">
                  <c:v>43165.0</c:v>
                </c:pt>
                <c:pt idx="65">
                  <c:v>43166.0</c:v>
                </c:pt>
                <c:pt idx="66">
                  <c:v>43167.0</c:v>
                </c:pt>
                <c:pt idx="67">
                  <c:v>43168.0</c:v>
                </c:pt>
                <c:pt idx="68">
                  <c:v>43169.0</c:v>
                </c:pt>
                <c:pt idx="69">
                  <c:v>43170.0</c:v>
                </c:pt>
                <c:pt idx="70">
                  <c:v>43171.0</c:v>
                </c:pt>
                <c:pt idx="71">
                  <c:v>43172.0</c:v>
                </c:pt>
                <c:pt idx="72">
                  <c:v>43173.0</c:v>
                </c:pt>
                <c:pt idx="73">
                  <c:v>43174.0</c:v>
                </c:pt>
                <c:pt idx="74">
                  <c:v>43175.0</c:v>
                </c:pt>
                <c:pt idx="75">
                  <c:v>43176.0</c:v>
                </c:pt>
                <c:pt idx="76">
                  <c:v>43177.0</c:v>
                </c:pt>
                <c:pt idx="77">
                  <c:v>43178.0</c:v>
                </c:pt>
                <c:pt idx="78">
                  <c:v>43179.0</c:v>
                </c:pt>
                <c:pt idx="79">
                  <c:v>43180.0</c:v>
                </c:pt>
                <c:pt idx="80">
                  <c:v>43181.0</c:v>
                </c:pt>
                <c:pt idx="81">
                  <c:v>43182.0</c:v>
                </c:pt>
                <c:pt idx="82">
                  <c:v>43183.0</c:v>
                </c:pt>
                <c:pt idx="83">
                  <c:v>43184.0</c:v>
                </c:pt>
                <c:pt idx="84">
                  <c:v>43185.0</c:v>
                </c:pt>
                <c:pt idx="85">
                  <c:v>43186.0</c:v>
                </c:pt>
                <c:pt idx="86">
                  <c:v>43187.0</c:v>
                </c:pt>
                <c:pt idx="87">
                  <c:v>43188.0</c:v>
                </c:pt>
                <c:pt idx="88">
                  <c:v>43189.0</c:v>
                </c:pt>
                <c:pt idx="89">
                  <c:v>43190.0</c:v>
                </c:pt>
                <c:pt idx="90">
                  <c:v>43191.0</c:v>
                </c:pt>
                <c:pt idx="91">
                  <c:v>43192.0</c:v>
                </c:pt>
                <c:pt idx="92">
                  <c:v>43193.0</c:v>
                </c:pt>
                <c:pt idx="93">
                  <c:v>43194.0</c:v>
                </c:pt>
                <c:pt idx="94">
                  <c:v>43195.0</c:v>
                </c:pt>
                <c:pt idx="95">
                  <c:v>43196.0</c:v>
                </c:pt>
                <c:pt idx="96">
                  <c:v>43197.0</c:v>
                </c:pt>
                <c:pt idx="97">
                  <c:v>43198.0</c:v>
                </c:pt>
                <c:pt idx="98">
                  <c:v>43199.0</c:v>
                </c:pt>
                <c:pt idx="99">
                  <c:v>43200.0</c:v>
                </c:pt>
                <c:pt idx="100">
                  <c:v>43201.0</c:v>
                </c:pt>
                <c:pt idx="101">
                  <c:v>43202.0</c:v>
                </c:pt>
                <c:pt idx="102">
                  <c:v>43203.0</c:v>
                </c:pt>
                <c:pt idx="103">
                  <c:v>43204.0</c:v>
                </c:pt>
                <c:pt idx="104">
                  <c:v>43205.0</c:v>
                </c:pt>
                <c:pt idx="105">
                  <c:v>43206.0</c:v>
                </c:pt>
                <c:pt idx="106">
                  <c:v>43207.0</c:v>
                </c:pt>
                <c:pt idx="107">
                  <c:v>43208.0</c:v>
                </c:pt>
                <c:pt idx="108">
                  <c:v>43209.0</c:v>
                </c:pt>
                <c:pt idx="109">
                  <c:v>43210.0</c:v>
                </c:pt>
                <c:pt idx="110">
                  <c:v>43211.0</c:v>
                </c:pt>
                <c:pt idx="111">
                  <c:v>43212.0</c:v>
                </c:pt>
                <c:pt idx="112">
                  <c:v>43213.0</c:v>
                </c:pt>
                <c:pt idx="113">
                  <c:v>43214.0</c:v>
                </c:pt>
                <c:pt idx="114">
                  <c:v>43215.0</c:v>
                </c:pt>
                <c:pt idx="115">
                  <c:v>43216.0</c:v>
                </c:pt>
                <c:pt idx="116">
                  <c:v>43217.0</c:v>
                </c:pt>
                <c:pt idx="117">
                  <c:v>43218.0</c:v>
                </c:pt>
                <c:pt idx="118">
                  <c:v>43219.0</c:v>
                </c:pt>
                <c:pt idx="119">
                  <c:v>43220.0</c:v>
                </c:pt>
                <c:pt idx="120">
                  <c:v>43221.0</c:v>
                </c:pt>
                <c:pt idx="121">
                  <c:v>43222.0</c:v>
                </c:pt>
                <c:pt idx="122">
                  <c:v>43223.0</c:v>
                </c:pt>
                <c:pt idx="123">
                  <c:v>43224.0</c:v>
                </c:pt>
                <c:pt idx="124">
                  <c:v>43225.0</c:v>
                </c:pt>
                <c:pt idx="125">
                  <c:v>43226.0</c:v>
                </c:pt>
                <c:pt idx="126">
                  <c:v>43227.0</c:v>
                </c:pt>
                <c:pt idx="127">
                  <c:v>43228.0</c:v>
                </c:pt>
                <c:pt idx="128">
                  <c:v>43229.0</c:v>
                </c:pt>
                <c:pt idx="129">
                  <c:v>43230.0</c:v>
                </c:pt>
                <c:pt idx="130">
                  <c:v>43231.0</c:v>
                </c:pt>
                <c:pt idx="131">
                  <c:v>43232.0</c:v>
                </c:pt>
                <c:pt idx="132">
                  <c:v>43233.0</c:v>
                </c:pt>
                <c:pt idx="133">
                  <c:v>43234.0</c:v>
                </c:pt>
                <c:pt idx="134">
                  <c:v>43235.0</c:v>
                </c:pt>
                <c:pt idx="135">
                  <c:v>43236.0</c:v>
                </c:pt>
                <c:pt idx="136">
                  <c:v>43237.0</c:v>
                </c:pt>
                <c:pt idx="137">
                  <c:v>43238.0</c:v>
                </c:pt>
                <c:pt idx="138">
                  <c:v>43239.0</c:v>
                </c:pt>
                <c:pt idx="139">
                  <c:v>43240.0</c:v>
                </c:pt>
                <c:pt idx="140">
                  <c:v>43241.0</c:v>
                </c:pt>
                <c:pt idx="141">
                  <c:v>43242.0</c:v>
                </c:pt>
                <c:pt idx="142">
                  <c:v>43243.0</c:v>
                </c:pt>
                <c:pt idx="143">
                  <c:v>43244.0</c:v>
                </c:pt>
                <c:pt idx="144">
                  <c:v>43245.0</c:v>
                </c:pt>
                <c:pt idx="145">
                  <c:v>43246.0</c:v>
                </c:pt>
                <c:pt idx="146">
                  <c:v>43247.0</c:v>
                </c:pt>
                <c:pt idx="147">
                  <c:v>43248.0</c:v>
                </c:pt>
                <c:pt idx="148">
                  <c:v>43249.0</c:v>
                </c:pt>
                <c:pt idx="149">
                  <c:v>43250.0</c:v>
                </c:pt>
                <c:pt idx="150">
                  <c:v>43251.0</c:v>
                </c:pt>
                <c:pt idx="151">
                  <c:v>43252.0</c:v>
                </c:pt>
                <c:pt idx="152">
                  <c:v>43253.0</c:v>
                </c:pt>
                <c:pt idx="153">
                  <c:v>43254.0</c:v>
                </c:pt>
                <c:pt idx="154">
                  <c:v>43255.0</c:v>
                </c:pt>
                <c:pt idx="155">
                  <c:v>43256.0</c:v>
                </c:pt>
                <c:pt idx="156">
                  <c:v>43257.0</c:v>
                </c:pt>
                <c:pt idx="157">
                  <c:v>43258.0</c:v>
                </c:pt>
                <c:pt idx="158">
                  <c:v>43259.0</c:v>
                </c:pt>
                <c:pt idx="159">
                  <c:v>43260.0</c:v>
                </c:pt>
                <c:pt idx="160">
                  <c:v>43261.0</c:v>
                </c:pt>
                <c:pt idx="161">
                  <c:v>43262.0</c:v>
                </c:pt>
                <c:pt idx="162">
                  <c:v>43263.0</c:v>
                </c:pt>
                <c:pt idx="163">
                  <c:v>43264.0</c:v>
                </c:pt>
                <c:pt idx="164">
                  <c:v>43265.0</c:v>
                </c:pt>
                <c:pt idx="165">
                  <c:v>43266.0</c:v>
                </c:pt>
                <c:pt idx="166">
                  <c:v>43267.0</c:v>
                </c:pt>
                <c:pt idx="167">
                  <c:v>43268.0</c:v>
                </c:pt>
                <c:pt idx="168">
                  <c:v>43269.0</c:v>
                </c:pt>
                <c:pt idx="169">
                  <c:v>43270.0</c:v>
                </c:pt>
                <c:pt idx="170">
                  <c:v>43271.0</c:v>
                </c:pt>
                <c:pt idx="171">
                  <c:v>43272.0</c:v>
                </c:pt>
                <c:pt idx="172">
                  <c:v>43273.0</c:v>
                </c:pt>
                <c:pt idx="173">
                  <c:v>43274.0</c:v>
                </c:pt>
                <c:pt idx="174">
                  <c:v>43275.0</c:v>
                </c:pt>
                <c:pt idx="175">
                  <c:v>43276.0</c:v>
                </c:pt>
                <c:pt idx="176">
                  <c:v>43277.0</c:v>
                </c:pt>
                <c:pt idx="177">
                  <c:v>43278.0</c:v>
                </c:pt>
                <c:pt idx="178">
                  <c:v>43279.0</c:v>
                </c:pt>
                <c:pt idx="179">
                  <c:v>43280.0</c:v>
                </c:pt>
                <c:pt idx="180">
                  <c:v>43281.0</c:v>
                </c:pt>
                <c:pt idx="181">
                  <c:v>43282.0</c:v>
                </c:pt>
                <c:pt idx="182">
                  <c:v>43283.0</c:v>
                </c:pt>
                <c:pt idx="183">
                  <c:v>43284.0</c:v>
                </c:pt>
                <c:pt idx="184">
                  <c:v>43285.0</c:v>
                </c:pt>
                <c:pt idx="185">
                  <c:v>43286.0</c:v>
                </c:pt>
                <c:pt idx="186">
                  <c:v>43287.0</c:v>
                </c:pt>
                <c:pt idx="187">
                  <c:v>43288.0</c:v>
                </c:pt>
                <c:pt idx="188">
                  <c:v>43289.0</c:v>
                </c:pt>
                <c:pt idx="189">
                  <c:v>43290.0</c:v>
                </c:pt>
                <c:pt idx="190">
                  <c:v>43291.0</c:v>
                </c:pt>
                <c:pt idx="191">
                  <c:v>43292.0</c:v>
                </c:pt>
                <c:pt idx="192">
                  <c:v>43293.0</c:v>
                </c:pt>
                <c:pt idx="193">
                  <c:v>43294.0</c:v>
                </c:pt>
                <c:pt idx="194">
                  <c:v>43295.0</c:v>
                </c:pt>
                <c:pt idx="195">
                  <c:v>43296.0</c:v>
                </c:pt>
                <c:pt idx="196">
                  <c:v>43297.0</c:v>
                </c:pt>
                <c:pt idx="197">
                  <c:v>43298.0</c:v>
                </c:pt>
                <c:pt idx="198">
                  <c:v>43299.0</c:v>
                </c:pt>
                <c:pt idx="199">
                  <c:v>43300.0</c:v>
                </c:pt>
                <c:pt idx="200">
                  <c:v>43301.0</c:v>
                </c:pt>
                <c:pt idx="201">
                  <c:v>43302.0</c:v>
                </c:pt>
                <c:pt idx="202">
                  <c:v>43303.0</c:v>
                </c:pt>
                <c:pt idx="203">
                  <c:v>43304.0</c:v>
                </c:pt>
                <c:pt idx="204">
                  <c:v>43305.0</c:v>
                </c:pt>
                <c:pt idx="205">
                  <c:v>43306.0</c:v>
                </c:pt>
                <c:pt idx="206">
                  <c:v>43307.0</c:v>
                </c:pt>
                <c:pt idx="207">
                  <c:v>43308.0</c:v>
                </c:pt>
                <c:pt idx="208">
                  <c:v>43309.0</c:v>
                </c:pt>
                <c:pt idx="209">
                  <c:v>43310.0</c:v>
                </c:pt>
                <c:pt idx="210">
                  <c:v>43311.0</c:v>
                </c:pt>
                <c:pt idx="211">
                  <c:v>43312.0</c:v>
                </c:pt>
                <c:pt idx="212">
                  <c:v>43313.0</c:v>
                </c:pt>
                <c:pt idx="213">
                  <c:v>43314.0</c:v>
                </c:pt>
                <c:pt idx="214">
                  <c:v>43315.0</c:v>
                </c:pt>
                <c:pt idx="215">
                  <c:v>43316.0</c:v>
                </c:pt>
                <c:pt idx="216">
                  <c:v>43317.0</c:v>
                </c:pt>
                <c:pt idx="217">
                  <c:v>43318.0</c:v>
                </c:pt>
                <c:pt idx="218">
                  <c:v>43319.0</c:v>
                </c:pt>
                <c:pt idx="219">
                  <c:v>43320.0</c:v>
                </c:pt>
                <c:pt idx="220">
                  <c:v>43321.0</c:v>
                </c:pt>
                <c:pt idx="221">
                  <c:v>43322.0</c:v>
                </c:pt>
                <c:pt idx="222">
                  <c:v>43323.0</c:v>
                </c:pt>
                <c:pt idx="223">
                  <c:v>43324.0</c:v>
                </c:pt>
                <c:pt idx="224">
                  <c:v>43325.0</c:v>
                </c:pt>
                <c:pt idx="225">
                  <c:v>43326.0</c:v>
                </c:pt>
                <c:pt idx="226">
                  <c:v>43327.0</c:v>
                </c:pt>
                <c:pt idx="227">
                  <c:v>43328.0</c:v>
                </c:pt>
                <c:pt idx="228">
                  <c:v>43329.0</c:v>
                </c:pt>
                <c:pt idx="229">
                  <c:v>43330.0</c:v>
                </c:pt>
                <c:pt idx="230">
                  <c:v>43331.0</c:v>
                </c:pt>
                <c:pt idx="231">
                  <c:v>43332.0</c:v>
                </c:pt>
                <c:pt idx="232">
                  <c:v>43333.0</c:v>
                </c:pt>
                <c:pt idx="233">
                  <c:v>43334.0</c:v>
                </c:pt>
                <c:pt idx="234">
                  <c:v>43335.0</c:v>
                </c:pt>
                <c:pt idx="235">
                  <c:v>43336.0</c:v>
                </c:pt>
                <c:pt idx="236">
                  <c:v>43337.0</c:v>
                </c:pt>
                <c:pt idx="237">
                  <c:v>43338.0</c:v>
                </c:pt>
                <c:pt idx="238">
                  <c:v>43339.0</c:v>
                </c:pt>
                <c:pt idx="239">
                  <c:v>43340.0</c:v>
                </c:pt>
                <c:pt idx="240">
                  <c:v>43341.0</c:v>
                </c:pt>
                <c:pt idx="241">
                  <c:v>43342.0</c:v>
                </c:pt>
                <c:pt idx="242">
                  <c:v>43343.0</c:v>
                </c:pt>
                <c:pt idx="243">
                  <c:v>43344.0</c:v>
                </c:pt>
                <c:pt idx="244">
                  <c:v>43345.0</c:v>
                </c:pt>
                <c:pt idx="245">
                  <c:v>43346.0</c:v>
                </c:pt>
                <c:pt idx="246">
                  <c:v>43347.0</c:v>
                </c:pt>
                <c:pt idx="247">
                  <c:v>43348.0</c:v>
                </c:pt>
                <c:pt idx="248">
                  <c:v>43349.0</c:v>
                </c:pt>
                <c:pt idx="249">
                  <c:v>43350.0</c:v>
                </c:pt>
                <c:pt idx="250">
                  <c:v>43351.0</c:v>
                </c:pt>
                <c:pt idx="251">
                  <c:v>43352.0</c:v>
                </c:pt>
                <c:pt idx="252">
                  <c:v>43353.0</c:v>
                </c:pt>
                <c:pt idx="253">
                  <c:v>43354.0</c:v>
                </c:pt>
                <c:pt idx="254">
                  <c:v>43355.0</c:v>
                </c:pt>
                <c:pt idx="255">
                  <c:v>43356.0</c:v>
                </c:pt>
                <c:pt idx="256">
                  <c:v>43357.0</c:v>
                </c:pt>
                <c:pt idx="257">
                  <c:v>43358.0</c:v>
                </c:pt>
                <c:pt idx="258">
                  <c:v>43359.0</c:v>
                </c:pt>
                <c:pt idx="259">
                  <c:v>43360.0</c:v>
                </c:pt>
                <c:pt idx="260">
                  <c:v>43361.0</c:v>
                </c:pt>
                <c:pt idx="261">
                  <c:v>43362.0</c:v>
                </c:pt>
                <c:pt idx="262">
                  <c:v>43363.0</c:v>
                </c:pt>
                <c:pt idx="263">
                  <c:v>43364.0</c:v>
                </c:pt>
                <c:pt idx="264">
                  <c:v>43365.0</c:v>
                </c:pt>
                <c:pt idx="265">
                  <c:v>43366.0</c:v>
                </c:pt>
                <c:pt idx="266">
                  <c:v>43367.0</c:v>
                </c:pt>
                <c:pt idx="267">
                  <c:v>43368.0</c:v>
                </c:pt>
                <c:pt idx="268">
                  <c:v>43369.0</c:v>
                </c:pt>
                <c:pt idx="269">
                  <c:v>43370.0</c:v>
                </c:pt>
                <c:pt idx="270">
                  <c:v>43371.0</c:v>
                </c:pt>
                <c:pt idx="271">
                  <c:v>43372.0</c:v>
                </c:pt>
                <c:pt idx="272">
                  <c:v>43373.0</c:v>
                </c:pt>
                <c:pt idx="273">
                  <c:v>43374.0</c:v>
                </c:pt>
                <c:pt idx="274">
                  <c:v>43375.0</c:v>
                </c:pt>
                <c:pt idx="275">
                  <c:v>43376.0</c:v>
                </c:pt>
                <c:pt idx="276">
                  <c:v>43377.0</c:v>
                </c:pt>
                <c:pt idx="277">
                  <c:v>43378.0</c:v>
                </c:pt>
                <c:pt idx="278">
                  <c:v>43379.0</c:v>
                </c:pt>
                <c:pt idx="279">
                  <c:v>43380.0</c:v>
                </c:pt>
                <c:pt idx="280">
                  <c:v>43381.0</c:v>
                </c:pt>
                <c:pt idx="281">
                  <c:v>43382.0</c:v>
                </c:pt>
                <c:pt idx="282">
                  <c:v>43383.0</c:v>
                </c:pt>
                <c:pt idx="283">
                  <c:v>43384.0</c:v>
                </c:pt>
                <c:pt idx="284">
                  <c:v>43385.0</c:v>
                </c:pt>
                <c:pt idx="285">
                  <c:v>43386.0</c:v>
                </c:pt>
                <c:pt idx="286">
                  <c:v>43387.0</c:v>
                </c:pt>
                <c:pt idx="287">
                  <c:v>43388.0</c:v>
                </c:pt>
                <c:pt idx="288">
                  <c:v>43389.0</c:v>
                </c:pt>
                <c:pt idx="289">
                  <c:v>43390.0</c:v>
                </c:pt>
                <c:pt idx="290">
                  <c:v>43391.0</c:v>
                </c:pt>
                <c:pt idx="291">
                  <c:v>43392.0</c:v>
                </c:pt>
                <c:pt idx="292">
                  <c:v>43393.0</c:v>
                </c:pt>
                <c:pt idx="293">
                  <c:v>43394.0</c:v>
                </c:pt>
                <c:pt idx="294">
                  <c:v>43395.0</c:v>
                </c:pt>
                <c:pt idx="295">
                  <c:v>43396.0</c:v>
                </c:pt>
                <c:pt idx="296">
                  <c:v>43397.0</c:v>
                </c:pt>
                <c:pt idx="297">
                  <c:v>43398.0</c:v>
                </c:pt>
                <c:pt idx="298">
                  <c:v>43399.0</c:v>
                </c:pt>
                <c:pt idx="299">
                  <c:v>43400.0</c:v>
                </c:pt>
                <c:pt idx="300">
                  <c:v>43401.0</c:v>
                </c:pt>
                <c:pt idx="301">
                  <c:v>43402.0</c:v>
                </c:pt>
                <c:pt idx="302">
                  <c:v>43403.0</c:v>
                </c:pt>
                <c:pt idx="303">
                  <c:v>43404.0</c:v>
                </c:pt>
                <c:pt idx="304">
                  <c:v>43405.0</c:v>
                </c:pt>
                <c:pt idx="305">
                  <c:v>43406.0</c:v>
                </c:pt>
                <c:pt idx="306">
                  <c:v>43407.0</c:v>
                </c:pt>
                <c:pt idx="307">
                  <c:v>43408.0</c:v>
                </c:pt>
                <c:pt idx="308">
                  <c:v>43409.0</c:v>
                </c:pt>
                <c:pt idx="309">
                  <c:v>43410.0</c:v>
                </c:pt>
                <c:pt idx="310">
                  <c:v>43411.0</c:v>
                </c:pt>
                <c:pt idx="311">
                  <c:v>43412.0</c:v>
                </c:pt>
                <c:pt idx="312">
                  <c:v>43413.0</c:v>
                </c:pt>
                <c:pt idx="313">
                  <c:v>43414.0</c:v>
                </c:pt>
                <c:pt idx="314">
                  <c:v>43415.0</c:v>
                </c:pt>
                <c:pt idx="315">
                  <c:v>43416.0</c:v>
                </c:pt>
                <c:pt idx="316">
                  <c:v>43417.0</c:v>
                </c:pt>
                <c:pt idx="317">
                  <c:v>43418.0</c:v>
                </c:pt>
                <c:pt idx="318">
                  <c:v>43419.0</c:v>
                </c:pt>
                <c:pt idx="319">
                  <c:v>43420.0</c:v>
                </c:pt>
                <c:pt idx="320">
                  <c:v>43421.0</c:v>
                </c:pt>
                <c:pt idx="321">
                  <c:v>43422.0</c:v>
                </c:pt>
                <c:pt idx="322">
                  <c:v>43423.0</c:v>
                </c:pt>
                <c:pt idx="323">
                  <c:v>43424.0</c:v>
                </c:pt>
                <c:pt idx="324">
                  <c:v>43425.0</c:v>
                </c:pt>
                <c:pt idx="325">
                  <c:v>43426.0</c:v>
                </c:pt>
                <c:pt idx="326">
                  <c:v>43427.0</c:v>
                </c:pt>
                <c:pt idx="327">
                  <c:v>43428.0</c:v>
                </c:pt>
                <c:pt idx="328">
                  <c:v>43429.0</c:v>
                </c:pt>
                <c:pt idx="329">
                  <c:v>43430.0</c:v>
                </c:pt>
                <c:pt idx="330">
                  <c:v>43431.0</c:v>
                </c:pt>
                <c:pt idx="331">
                  <c:v>43432.0</c:v>
                </c:pt>
                <c:pt idx="332">
                  <c:v>43433.0</c:v>
                </c:pt>
                <c:pt idx="333">
                  <c:v>43434.0</c:v>
                </c:pt>
                <c:pt idx="334">
                  <c:v>43435.0</c:v>
                </c:pt>
                <c:pt idx="335">
                  <c:v>43436.0</c:v>
                </c:pt>
                <c:pt idx="336">
                  <c:v>43437.0</c:v>
                </c:pt>
                <c:pt idx="337">
                  <c:v>43438.0</c:v>
                </c:pt>
                <c:pt idx="338">
                  <c:v>43439.0</c:v>
                </c:pt>
                <c:pt idx="339">
                  <c:v>43440.0</c:v>
                </c:pt>
                <c:pt idx="340">
                  <c:v>43441.0</c:v>
                </c:pt>
                <c:pt idx="341">
                  <c:v>43442.0</c:v>
                </c:pt>
                <c:pt idx="342">
                  <c:v>43443.0</c:v>
                </c:pt>
                <c:pt idx="343">
                  <c:v>43444.0</c:v>
                </c:pt>
                <c:pt idx="344">
                  <c:v>43445.0</c:v>
                </c:pt>
                <c:pt idx="345">
                  <c:v>43446.0</c:v>
                </c:pt>
                <c:pt idx="346">
                  <c:v>43447.0</c:v>
                </c:pt>
                <c:pt idx="347">
                  <c:v>43448.0</c:v>
                </c:pt>
                <c:pt idx="348">
                  <c:v>43449.0</c:v>
                </c:pt>
                <c:pt idx="349">
                  <c:v>43450.0</c:v>
                </c:pt>
                <c:pt idx="350">
                  <c:v>43451.0</c:v>
                </c:pt>
                <c:pt idx="351">
                  <c:v>43452.0</c:v>
                </c:pt>
                <c:pt idx="352">
                  <c:v>43453.0</c:v>
                </c:pt>
                <c:pt idx="353">
                  <c:v>43454.0</c:v>
                </c:pt>
                <c:pt idx="354">
                  <c:v>43455.0</c:v>
                </c:pt>
                <c:pt idx="355">
                  <c:v>43456.0</c:v>
                </c:pt>
                <c:pt idx="356">
                  <c:v>43457.0</c:v>
                </c:pt>
                <c:pt idx="357">
                  <c:v>43458.0</c:v>
                </c:pt>
                <c:pt idx="358">
                  <c:v>43459.0</c:v>
                </c:pt>
                <c:pt idx="359">
                  <c:v>43460.0</c:v>
                </c:pt>
                <c:pt idx="360">
                  <c:v>43461.0</c:v>
                </c:pt>
                <c:pt idx="361">
                  <c:v>43462.0</c:v>
                </c:pt>
                <c:pt idx="362">
                  <c:v>43463.0</c:v>
                </c:pt>
                <c:pt idx="363">
                  <c:v>43464.0</c:v>
                </c:pt>
                <c:pt idx="364">
                  <c:v>43465.0</c:v>
                </c:pt>
                <c:pt idx="365">
                  <c:v>43466.0</c:v>
                </c:pt>
              </c:numCache>
            </c:numRef>
          </c:cat>
          <c:val>
            <c:numRef>
              <c:f>Sheet1!$D$2:$D$367</c:f>
              <c:numCache>
                <c:formatCode>General</c:formatCode>
                <c:ptCount val="366"/>
                <c:pt idx="0">
                  <c:v>240.0</c:v>
                </c:pt>
                <c:pt idx="1">
                  <c:v>240.178</c:v>
                </c:pt>
                <c:pt idx="2">
                  <c:v>240.406</c:v>
                </c:pt>
                <c:pt idx="3">
                  <c:v>240.511</c:v>
                </c:pt>
                <c:pt idx="4">
                  <c:v>240.262</c:v>
                </c:pt>
                <c:pt idx="5">
                  <c:v>239.969</c:v>
                </c:pt>
                <c:pt idx="6">
                  <c:v>239.676</c:v>
                </c:pt>
                <c:pt idx="7">
                  <c:v>239.383</c:v>
                </c:pt>
                <c:pt idx="8">
                  <c:v>239.09</c:v>
                </c:pt>
                <c:pt idx="9">
                  <c:v>238.797</c:v>
                </c:pt>
                <c:pt idx="10">
                  <c:v>238.504</c:v>
                </c:pt>
                <c:pt idx="11">
                  <c:v>238.211</c:v>
                </c:pt>
                <c:pt idx="12">
                  <c:v>237.917</c:v>
                </c:pt>
                <c:pt idx="13">
                  <c:v>237.597</c:v>
                </c:pt>
                <c:pt idx="14">
                  <c:v>237.237</c:v>
                </c:pt>
                <c:pt idx="15">
                  <c:v>236.877</c:v>
                </c:pt>
                <c:pt idx="16">
                  <c:v>236.517</c:v>
                </c:pt>
                <c:pt idx="17">
                  <c:v>236.157</c:v>
                </c:pt>
                <c:pt idx="18">
                  <c:v>235.798</c:v>
                </c:pt>
                <c:pt idx="19">
                  <c:v>235.438</c:v>
                </c:pt>
                <c:pt idx="20">
                  <c:v>235.079</c:v>
                </c:pt>
                <c:pt idx="21">
                  <c:v>234.72</c:v>
                </c:pt>
                <c:pt idx="22">
                  <c:v>234.362</c:v>
                </c:pt>
                <c:pt idx="23">
                  <c:v>234.004</c:v>
                </c:pt>
                <c:pt idx="24">
                  <c:v>233.647</c:v>
                </c:pt>
                <c:pt idx="25">
                  <c:v>233.29</c:v>
                </c:pt>
                <c:pt idx="26">
                  <c:v>232.935</c:v>
                </c:pt>
                <c:pt idx="27">
                  <c:v>232.581</c:v>
                </c:pt>
                <c:pt idx="28">
                  <c:v>232.229</c:v>
                </c:pt>
                <c:pt idx="29">
                  <c:v>231.879</c:v>
                </c:pt>
                <c:pt idx="30">
                  <c:v>231.48</c:v>
                </c:pt>
                <c:pt idx="31">
                  <c:v>231.0</c:v>
                </c:pt>
                <c:pt idx="32">
                  <c:v>231.106</c:v>
                </c:pt>
                <c:pt idx="33">
                  <c:v>231.25</c:v>
                </c:pt>
                <c:pt idx="34">
                  <c:v>231.394</c:v>
                </c:pt>
                <c:pt idx="35">
                  <c:v>231.536</c:v>
                </c:pt>
                <c:pt idx="36">
                  <c:v>231.668</c:v>
                </c:pt>
                <c:pt idx="37">
                  <c:v>231.764</c:v>
                </c:pt>
                <c:pt idx="38">
                  <c:v>231.859</c:v>
                </c:pt>
                <c:pt idx="39">
                  <c:v>231.954</c:v>
                </c:pt>
                <c:pt idx="40">
                  <c:v>232.047</c:v>
                </c:pt>
                <c:pt idx="41">
                  <c:v>232.141</c:v>
                </c:pt>
                <c:pt idx="42">
                  <c:v>232.234</c:v>
                </c:pt>
                <c:pt idx="43">
                  <c:v>232.327</c:v>
                </c:pt>
                <c:pt idx="44">
                  <c:v>232.419</c:v>
                </c:pt>
                <c:pt idx="45">
                  <c:v>232.511</c:v>
                </c:pt>
                <c:pt idx="46">
                  <c:v>232.604</c:v>
                </c:pt>
                <c:pt idx="47">
                  <c:v>232.696</c:v>
                </c:pt>
                <c:pt idx="48">
                  <c:v>232.789</c:v>
                </c:pt>
                <c:pt idx="49">
                  <c:v>232.882</c:v>
                </c:pt>
                <c:pt idx="50">
                  <c:v>232.976</c:v>
                </c:pt>
                <c:pt idx="51">
                  <c:v>233.071</c:v>
                </c:pt>
                <c:pt idx="52">
                  <c:v>233.167</c:v>
                </c:pt>
                <c:pt idx="53">
                  <c:v>233.266</c:v>
                </c:pt>
                <c:pt idx="54">
                  <c:v>233.366</c:v>
                </c:pt>
                <c:pt idx="55">
                  <c:v>233.47</c:v>
                </c:pt>
                <c:pt idx="56">
                  <c:v>233.577</c:v>
                </c:pt>
                <c:pt idx="57">
                  <c:v>233.684</c:v>
                </c:pt>
                <c:pt idx="58">
                  <c:v>233.791</c:v>
                </c:pt>
                <c:pt idx="59">
                  <c:v>233.898</c:v>
                </c:pt>
                <c:pt idx="60">
                  <c:v>233.853</c:v>
                </c:pt>
                <c:pt idx="61">
                  <c:v>233.834</c:v>
                </c:pt>
                <c:pt idx="62">
                  <c:v>233.816</c:v>
                </c:pt>
                <c:pt idx="63">
                  <c:v>233.797</c:v>
                </c:pt>
                <c:pt idx="64">
                  <c:v>233.779</c:v>
                </c:pt>
                <c:pt idx="65">
                  <c:v>233.76</c:v>
                </c:pt>
                <c:pt idx="66">
                  <c:v>233.742</c:v>
                </c:pt>
                <c:pt idx="67">
                  <c:v>233.725</c:v>
                </c:pt>
                <c:pt idx="68">
                  <c:v>233.707</c:v>
                </c:pt>
                <c:pt idx="69">
                  <c:v>233.691</c:v>
                </c:pt>
                <c:pt idx="70">
                  <c:v>233.675</c:v>
                </c:pt>
                <c:pt idx="71">
                  <c:v>233.661</c:v>
                </c:pt>
                <c:pt idx="72">
                  <c:v>233.649</c:v>
                </c:pt>
                <c:pt idx="73">
                  <c:v>233.649</c:v>
                </c:pt>
                <c:pt idx="74">
                  <c:v>233.659</c:v>
                </c:pt>
                <c:pt idx="75">
                  <c:v>233.73</c:v>
                </c:pt>
                <c:pt idx="76">
                  <c:v>233.802</c:v>
                </c:pt>
                <c:pt idx="77">
                  <c:v>233.873</c:v>
                </c:pt>
                <c:pt idx="78">
                  <c:v>233.943</c:v>
                </c:pt>
                <c:pt idx="79">
                  <c:v>233.997</c:v>
                </c:pt>
                <c:pt idx="80">
                  <c:v>234.02</c:v>
                </c:pt>
                <c:pt idx="81">
                  <c:v>234.051</c:v>
                </c:pt>
                <c:pt idx="82">
                  <c:v>234.088</c:v>
                </c:pt>
                <c:pt idx="83">
                  <c:v>234.134</c:v>
                </c:pt>
                <c:pt idx="84">
                  <c:v>234.187</c:v>
                </c:pt>
                <c:pt idx="85">
                  <c:v>234.247</c:v>
                </c:pt>
                <c:pt idx="86">
                  <c:v>234.314</c:v>
                </c:pt>
                <c:pt idx="87">
                  <c:v>234.385</c:v>
                </c:pt>
                <c:pt idx="88">
                  <c:v>234.457</c:v>
                </c:pt>
                <c:pt idx="89">
                  <c:v>234.528</c:v>
                </c:pt>
                <c:pt idx="90">
                  <c:v>234.599</c:v>
                </c:pt>
                <c:pt idx="91">
                  <c:v>234.446</c:v>
                </c:pt>
                <c:pt idx="92">
                  <c:v>234.348</c:v>
                </c:pt>
                <c:pt idx="93">
                  <c:v>234.251</c:v>
                </c:pt>
                <c:pt idx="94">
                  <c:v>234.157</c:v>
                </c:pt>
                <c:pt idx="95">
                  <c:v>234.065</c:v>
                </c:pt>
                <c:pt idx="96">
                  <c:v>233.976</c:v>
                </c:pt>
                <c:pt idx="97">
                  <c:v>233.89</c:v>
                </c:pt>
                <c:pt idx="98">
                  <c:v>233.807</c:v>
                </c:pt>
                <c:pt idx="99">
                  <c:v>233.729</c:v>
                </c:pt>
                <c:pt idx="100">
                  <c:v>233.656</c:v>
                </c:pt>
                <c:pt idx="101">
                  <c:v>233.604</c:v>
                </c:pt>
                <c:pt idx="102">
                  <c:v>233.604</c:v>
                </c:pt>
                <c:pt idx="103">
                  <c:v>233.604</c:v>
                </c:pt>
                <c:pt idx="104">
                  <c:v>233.605</c:v>
                </c:pt>
                <c:pt idx="105">
                  <c:v>233.623</c:v>
                </c:pt>
                <c:pt idx="106">
                  <c:v>233.677</c:v>
                </c:pt>
                <c:pt idx="107">
                  <c:v>233.744</c:v>
                </c:pt>
                <c:pt idx="108">
                  <c:v>233.824</c:v>
                </c:pt>
                <c:pt idx="109">
                  <c:v>233.915</c:v>
                </c:pt>
                <c:pt idx="110">
                  <c:v>234.017</c:v>
                </c:pt>
                <c:pt idx="111">
                  <c:v>234.13</c:v>
                </c:pt>
                <c:pt idx="112">
                  <c:v>234.254</c:v>
                </c:pt>
                <c:pt idx="113">
                  <c:v>234.39</c:v>
                </c:pt>
                <c:pt idx="114">
                  <c:v>234.537</c:v>
                </c:pt>
                <c:pt idx="115">
                  <c:v>234.695</c:v>
                </c:pt>
                <c:pt idx="116">
                  <c:v>234.864</c:v>
                </c:pt>
                <c:pt idx="117">
                  <c:v>235.045</c:v>
                </c:pt>
                <c:pt idx="118">
                  <c:v>235.237</c:v>
                </c:pt>
                <c:pt idx="119">
                  <c:v>235.44</c:v>
                </c:pt>
                <c:pt idx="120">
                  <c:v>235.654</c:v>
                </c:pt>
                <c:pt idx="121">
                  <c:v>235.741</c:v>
                </c:pt>
                <c:pt idx="122">
                  <c:v>235.843</c:v>
                </c:pt>
                <c:pt idx="123">
                  <c:v>235.95</c:v>
                </c:pt>
                <c:pt idx="124">
                  <c:v>236.056</c:v>
                </c:pt>
                <c:pt idx="125">
                  <c:v>236.17</c:v>
                </c:pt>
                <c:pt idx="126">
                  <c:v>236.292</c:v>
                </c:pt>
                <c:pt idx="127">
                  <c:v>236.423</c:v>
                </c:pt>
                <c:pt idx="128">
                  <c:v>236.563</c:v>
                </c:pt>
                <c:pt idx="129">
                  <c:v>236.711</c:v>
                </c:pt>
                <c:pt idx="130">
                  <c:v>236.868</c:v>
                </c:pt>
                <c:pt idx="131">
                  <c:v>237.035</c:v>
                </c:pt>
                <c:pt idx="132">
                  <c:v>237.211</c:v>
                </c:pt>
                <c:pt idx="133">
                  <c:v>237.397</c:v>
                </c:pt>
                <c:pt idx="134">
                  <c:v>237.592</c:v>
                </c:pt>
                <c:pt idx="135">
                  <c:v>237.787</c:v>
                </c:pt>
                <c:pt idx="136">
                  <c:v>237.964</c:v>
                </c:pt>
                <c:pt idx="137">
                  <c:v>238.15</c:v>
                </c:pt>
                <c:pt idx="138">
                  <c:v>238.347</c:v>
                </c:pt>
                <c:pt idx="139">
                  <c:v>238.554</c:v>
                </c:pt>
                <c:pt idx="140">
                  <c:v>238.77</c:v>
                </c:pt>
                <c:pt idx="141">
                  <c:v>238.996</c:v>
                </c:pt>
                <c:pt idx="142">
                  <c:v>239.239</c:v>
                </c:pt>
                <c:pt idx="143">
                  <c:v>239.481</c:v>
                </c:pt>
                <c:pt idx="144">
                  <c:v>239.726</c:v>
                </c:pt>
                <c:pt idx="145">
                  <c:v>239.976</c:v>
                </c:pt>
                <c:pt idx="146">
                  <c:v>240.229</c:v>
                </c:pt>
                <c:pt idx="147">
                  <c:v>240.487</c:v>
                </c:pt>
                <c:pt idx="148">
                  <c:v>240.75</c:v>
                </c:pt>
                <c:pt idx="149">
                  <c:v>240.991</c:v>
                </c:pt>
                <c:pt idx="150">
                  <c:v>241.23</c:v>
                </c:pt>
                <c:pt idx="151">
                  <c:v>241.473</c:v>
                </c:pt>
                <c:pt idx="152">
                  <c:v>241.538</c:v>
                </c:pt>
                <c:pt idx="153">
                  <c:v>241.607</c:v>
                </c:pt>
                <c:pt idx="154">
                  <c:v>241.676</c:v>
                </c:pt>
                <c:pt idx="155">
                  <c:v>241.737</c:v>
                </c:pt>
                <c:pt idx="156">
                  <c:v>241.79</c:v>
                </c:pt>
                <c:pt idx="157">
                  <c:v>241.836</c:v>
                </c:pt>
                <c:pt idx="158">
                  <c:v>241.874</c:v>
                </c:pt>
                <c:pt idx="159">
                  <c:v>241.905</c:v>
                </c:pt>
                <c:pt idx="160">
                  <c:v>241.928</c:v>
                </c:pt>
                <c:pt idx="161">
                  <c:v>241.945</c:v>
                </c:pt>
                <c:pt idx="162">
                  <c:v>241.954</c:v>
                </c:pt>
                <c:pt idx="163">
                  <c:v>241.956</c:v>
                </c:pt>
                <c:pt idx="164">
                  <c:v>241.951</c:v>
                </c:pt>
                <c:pt idx="165">
                  <c:v>241.939</c:v>
                </c:pt>
                <c:pt idx="166">
                  <c:v>241.92</c:v>
                </c:pt>
                <c:pt idx="167">
                  <c:v>241.895</c:v>
                </c:pt>
                <c:pt idx="168">
                  <c:v>241.863</c:v>
                </c:pt>
                <c:pt idx="169">
                  <c:v>241.825</c:v>
                </c:pt>
                <c:pt idx="170">
                  <c:v>241.78</c:v>
                </c:pt>
                <c:pt idx="171">
                  <c:v>241.73</c:v>
                </c:pt>
                <c:pt idx="172">
                  <c:v>241.674</c:v>
                </c:pt>
                <c:pt idx="173">
                  <c:v>241.634</c:v>
                </c:pt>
                <c:pt idx="174">
                  <c:v>241.647</c:v>
                </c:pt>
                <c:pt idx="175">
                  <c:v>241.649</c:v>
                </c:pt>
                <c:pt idx="176">
                  <c:v>241.607</c:v>
                </c:pt>
                <c:pt idx="177">
                  <c:v>241.49</c:v>
                </c:pt>
                <c:pt idx="178">
                  <c:v>241.37</c:v>
                </c:pt>
                <c:pt idx="179">
                  <c:v>241.251</c:v>
                </c:pt>
                <c:pt idx="180">
                  <c:v>241.158</c:v>
                </c:pt>
                <c:pt idx="181">
                  <c:v>241.0</c:v>
                </c:pt>
                <c:pt idx="182">
                  <c:v>240.934</c:v>
                </c:pt>
                <c:pt idx="183">
                  <c:v>240.809</c:v>
                </c:pt>
                <c:pt idx="184">
                  <c:v>240.674</c:v>
                </c:pt>
                <c:pt idx="185">
                  <c:v>240.546</c:v>
                </c:pt>
                <c:pt idx="186">
                  <c:v>240.447</c:v>
                </c:pt>
                <c:pt idx="187">
                  <c:v>240.384</c:v>
                </c:pt>
                <c:pt idx="188">
                  <c:v>240.32</c:v>
                </c:pt>
                <c:pt idx="189">
                  <c:v>240.255</c:v>
                </c:pt>
                <c:pt idx="190">
                  <c:v>240.188</c:v>
                </c:pt>
                <c:pt idx="191">
                  <c:v>240.12</c:v>
                </c:pt>
                <c:pt idx="192">
                  <c:v>240.052</c:v>
                </c:pt>
                <c:pt idx="193">
                  <c:v>239.982</c:v>
                </c:pt>
                <c:pt idx="194">
                  <c:v>239.912</c:v>
                </c:pt>
                <c:pt idx="195">
                  <c:v>239.842</c:v>
                </c:pt>
                <c:pt idx="196">
                  <c:v>239.771</c:v>
                </c:pt>
                <c:pt idx="197">
                  <c:v>239.7</c:v>
                </c:pt>
                <c:pt idx="198">
                  <c:v>239.629</c:v>
                </c:pt>
                <c:pt idx="199">
                  <c:v>239.562</c:v>
                </c:pt>
                <c:pt idx="200">
                  <c:v>239.488</c:v>
                </c:pt>
                <c:pt idx="201">
                  <c:v>239.41</c:v>
                </c:pt>
                <c:pt idx="202">
                  <c:v>239.328</c:v>
                </c:pt>
                <c:pt idx="203">
                  <c:v>239.243</c:v>
                </c:pt>
                <c:pt idx="204">
                  <c:v>239.154</c:v>
                </c:pt>
                <c:pt idx="205">
                  <c:v>239.064</c:v>
                </c:pt>
                <c:pt idx="206">
                  <c:v>238.974</c:v>
                </c:pt>
                <c:pt idx="207">
                  <c:v>238.884</c:v>
                </c:pt>
                <c:pt idx="208">
                  <c:v>238.794</c:v>
                </c:pt>
                <c:pt idx="209">
                  <c:v>238.704</c:v>
                </c:pt>
                <c:pt idx="210">
                  <c:v>238.614</c:v>
                </c:pt>
                <c:pt idx="211">
                  <c:v>238.523</c:v>
                </c:pt>
                <c:pt idx="212">
                  <c:v>238.433</c:v>
                </c:pt>
                <c:pt idx="213">
                  <c:v>238.467</c:v>
                </c:pt>
                <c:pt idx="214">
                  <c:v>238.435</c:v>
                </c:pt>
                <c:pt idx="215">
                  <c:v>238.406</c:v>
                </c:pt>
                <c:pt idx="216">
                  <c:v>238.394</c:v>
                </c:pt>
                <c:pt idx="217">
                  <c:v>238.407</c:v>
                </c:pt>
                <c:pt idx="218">
                  <c:v>238.414</c:v>
                </c:pt>
                <c:pt idx="219">
                  <c:v>238.416</c:v>
                </c:pt>
                <c:pt idx="220">
                  <c:v>238.411</c:v>
                </c:pt>
                <c:pt idx="221">
                  <c:v>238.4</c:v>
                </c:pt>
                <c:pt idx="222">
                  <c:v>238.384</c:v>
                </c:pt>
                <c:pt idx="223">
                  <c:v>238.361</c:v>
                </c:pt>
                <c:pt idx="224">
                  <c:v>238.333</c:v>
                </c:pt>
                <c:pt idx="225">
                  <c:v>238.301</c:v>
                </c:pt>
                <c:pt idx="226">
                  <c:v>238.269</c:v>
                </c:pt>
                <c:pt idx="227">
                  <c:v>238.237</c:v>
                </c:pt>
                <c:pt idx="228">
                  <c:v>238.205</c:v>
                </c:pt>
                <c:pt idx="229">
                  <c:v>238.173</c:v>
                </c:pt>
                <c:pt idx="230">
                  <c:v>238.141</c:v>
                </c:pt>
                <c:pt idx="231">
                  <c:v>238.109</c:v>
                </c:pt>
                <c:pt idx="232">
                  <c:v>238.077</c:v>
                </c:pt>
                <c:pt idx="233">
                  <c:v>238.045</c:v>
                </c:pt>
                <c:pt idx="234">
                  <c:v>238.013</c:v>
                </c:pt>
                <c:pt idx="235">
                  <c:v>237.981</c:v>
                </c:pt>
                <c:pt idx="236">
                  <c:v>237.945</c:v>
                </c:pt>
                <c:pt idx="237">
                  <c:v>237.89</c:v>
                </c:pt>
                <c:pt idx="238">
                  <c:v>237.804</c:v>
                </c:pt>
                <c:pt idx="239">
                  <c:v>237.667</c:v>
                </c:pt>
                <c:pt idx="240">
                  <c:v>237.509</c:v>
                </c:pt>
                <c:pt idx="241">
                  <c:v>237.343</c:v>
                </c:pt>
                <c:pt idx="242">
                  <c:v>237.171</c:v>
                </c:pt>
                <c:pt idx="243">
                  <c:v>236.991</c:v>
                </c:pt>
                <c:pt idx="244">
                  <c:v>236.819</c:v>
                </c:pt>
                <c:pt idx="245">
                  <c:v>236.636</c:v>
                </c:pt>
                <c:pt idx="246">
                  <c:v>236.43</c:v>
                </c:pt>
                <c:pt idx="247">
                  <c:v>236.192</c:v>
                </c:pt>
                <c:pt idx="248">
                  <c:v>235.954</c:v>
                </c:pt>
                <c:pt idx="249">
                  <c:v>235.716</c:v>
                </c:pt>
                <c:pt idx="250">
                  <c:v>235.478</c:v>
                </c:pt>
                <c:pt idx="251">
                  <c:v>235.236</c:v>
                </c:pt>
                <c:pt idx="252">
                  <c:v>234.97</c:v>
                </c:pt>
                <c:pt idx="253">
                  <c:v>234.668</c:v>
                </c:pt>
                <c:pt idx="254">
                  <c:v>234.35</c:v>
                </c:pt>
                <c:pt idx="255">
                  <c:v>234.017</c:v>
                </c:pt>
                <c:pt idx="256">
                  <c:v>233.667</c:v>
                </c:pt>
                <c:pt idx="257">
                  <c:v>233.302</c:v>
                </c:pt>
                <c:pt idx="258">
                  <c:v>232.92</c:v>
                </c:pt>
                <c:pt idx="259">
                  <c:v>232.523</c:v>
                </c:pt>
                <c:pt idx="260">
                  <c:v>232.112</c:v>
                </c:pt>
                <c:pt idx="261">
                  <c:v>231.7</c:v>
                </c:pt>
                <c:pt idx="262">
                  <c:v>231.146</c:v>
                </c:pt>
                <c:pt idx="263">
                  <c:v>230.593</c:v>
                </c:pt>
                <c:pt idx="264">
                  <c:v>230.065</c:v>
                </c:pt>
                <c:pt idx="265">
                  <c:v>229.561</c:v>
                </c:pt>
                <c:pt idx="266">
                  <c:v>229.083</c:v>
                </c:pt>
                <c:pt idx="267">
                  <c:v>228.629</c:v>
                </c:pt>
                <c:pt idx="268">
                  <c:v>228.199</c:v>
                </c:pt>
                <c:pt idx="269">
                  <c:v>227.794</c:v>
                </c:pt>
                <c:pt idx="270">
                  <c:v>227.414</c:v>
                </c:pt>
                <c:pt idx="271">
                  <c:v>227.056</c:v>
                </c:pt>
                <c:pt idx="272">
                  <c:v>226.709</c:v>
                </c:pt>
                <c:pt idx="273">
                  <c:v>226.362</c:v>
                </c:pt>
                <c:pt idx="274">
                  <c:v>226.316</c:v>
                </c:pt>
                <c:pt idx="275">
                  <c:v>226.301</c:v>
                </c:pt>
                <c:pt idx="276">
                  <c:v>226.349</c:v>
                </c:pt>
                <c:pt idx="277">
                  <c:v>226.428</c:v>
                </c:pt>
                <c:pt idx="278">
                  <c:v>226.508</c:v>
                </c:pt>
                <c:pt idx="279">
                  <c:v>226.588</c:v>
                </c:pt>
                <c:pt idx="280">
                  <c:v>226.667</c:v>
                </c:pt>
                <c:pt idx="281">
                  <c:v>226.747</c:v>
                </c:pt>
                <c:pt idx="282">
                  <c:v>226.827</c:v>
                </c:pt>
                <c:pt idx="283">
                  <c:v>226.906</c:v>
                </c:pt>
                <c:pt idx="284">
                  <c:v>226.986</c:v>
                </c:pt>
                <c:pt idx="285">
                  <c:v>227.065</c:v>
                </c:pt>
                <c:pt idx="286">
                  <c:v>227.145</c:v>
                </c:pt>
                <c:pt idx="287">
                  <c:v>227.224</c:v>
                </c:pt>
                <c:pt idx="288">
                  <c:v>227.303</c:v>
                </c:pt>
                <c:pt idx="289">
                  <c:v>227.383</c:v>
                </c:pt>
                <c:pt idx="290">
                  <c:v>227.462</c:v>
                </c:pt>
                <c:pt idx="291">
                  <c:v>227.541</c:v>
                </c:pt>
                <c:pt idx="292">
                  <c:v>227.621</c:v>
                </c:pt>
                <c:pt idx="293">
                  <c:v>227.7</c:v>
                </c:pt>
                <c:pt idx="294">
                  <c:v>227.779</c:v>
                </c:pt>
                <c:pt idx="295">
                  <c:v>227.858</c:v>
                </c:pt>
                <c:pt idx="296">
                  <c:v>227.937</c:v>
                </c:pt>
                <c:pt idx="297">
                  <c:v>228.016</c:v>
                </c:pt>
                <c:pt idx="298">
                  <c:v>228.095</c:v>
                </c:pt>
                <c:pt idx="299">
                  <c:v>228.174</c:v>
                </c:pt>
                <c:pt idx="300">
                  <c:v>228.253</c:v>
                </c:pt>
                <c:pt idx="301">
                  <c:v>228.332</c:v>
                </c:pt>
                <c:pt idx="302">
                  <c:v>228.411</c:v>
                </c:pt>
                <c:pt idx="303">
                  <c:v>228.49</c:v>
                </c:pt>
                <c:pt idx="304">
                  <c:v>228.569</c:v>
                </c:pt>
                <c:pt idx="305">
                  <c:v>228.658</c:v>
                </c:pt>
                <c:pt idx="306">
                  <c:v>228.729</c:v>
                </c:pt>
                <c:pt idx="307">
                  <c:v>228.8</c:v>
                </c:pt>
                <c:pt idx="308">
                  <c:v>228.873</c:v>
                </c:pt>
                <c:pt idx="309">
                  <c:v>228.946</c:v>
                </c:pt>
                <c:pt idx="310">
                  <c:v>229.02</c:v>
                </c:pt>
                <c:pt idx="311">
                  <c:v>229.094</c:v>
                </c:pt>
                <c:pt idx="312">
                  <c:v>229.17</c:v>
                </c:pt>
                <c:pt idx="313">
                  <c:v>229.246</c:v>
                </c:pt>
                <c:pt idx="314">
                  <c:v>229.322</c:v>
                </c:pt>
                <c:pt idx="315">
                  <c:v>229.4</c:v>
                </c:pt>
                <c:pt idx="316">
                  <c:v>229.478</c:v>
                </c:pt>
                <c:pt idx="317">
                  <c:v>229.557</c:v>
                </c:pt>
                <c:pt idx="318">
                  <c:v>229.637</c:v>
                </c:pt>
                <c:pt idx="319">
                  <c:v>229.717</c:v>
                </c:pt>
                <c:pt idx="320">
                  <c:v>229.798</c:v>
                </c:pt>
                <c:pt idx="321">
                  <c:v>229.88</c:v>
                </c:pt>
                <c:pt idx="322">
                  <c:v>229.963</c:v>
                </c:pt>
                <c:pt idx="323">
                  <c:v>230.046</c:v>
                </c:pt>
                <c:pt idx="324">
                  <c:v>230.13</c:v>
                </c:pt>
                <c:pt idx="325">
                  <c:v>230.214</c:v>
                </c:pt>
                <c:pt idx="326">
                  <c:v>230.299</c:v>
                </c:pt>
                <c:pt idx="327">
                  <c:v>230.385</c:v>
                </c:pt>
                <c:pt idx="328">
                  <c:v>230.472</c:v>
                </c:pt>
                <c:pt idx="329">
                  <c:v>230.559</c:v>
                </c:pt>
                <c:pt idx="330">
                  <c:v>230.647</c:v>
                </c:pt>
                <c:pt idx="331">
                  <c:v>230.735</c:v>
                </c:pt>
                <c:pt idx="332">
                  <c:v>230.823</c:v>
                </c:pt>
                <c:pt idx="333">
                  <c:v>230.912</c:v>
                </c:pt>
                <c:pt idx="334">
                  <c:v>231.0</c:v>
                </c:pt>
                <c:pt idx="335">
                  <c:v>230.937</c:v>
                </c:pt>
                <c:pt idx="336">
                  <c:v>230.835</c:v>
                </c:pt>
                <c:pt idx="337">
                  <c:v>230.735</c:v>
                </c:pt>
                <c:pt idx="338">
                  <c:v>230.648</c:v>
                </c:pt>
                <c:pt idx="339">
                  <c:v>230.598</c:v>
                </c:pt>
                <c:pt idx="340">
                  <c:v>230.547</c:v>
                </c:pt>
                <c:pt idx="341">
                  <c:v>230.495</c:v>
                </c:pt>
                <c:pt idx="342">
                  <c:v>230.442</c:v>
                </c:pt>
                <c:pt idx="343">
                  <c:v>230.389</c:v>
                </c:pt>
                <c:pt idx="344">
                  <c:v>230.335</c:v>
                </c:pt>
                <c:pt idx="345">
                  <c:v>230.279</c:v>
                </c:pt>
                <c:pt idx="346">
                  <c:v>230.223</c:v>
                </c:pt>
                <c:pt idx="347">
                  <c:v>230.167</c:v>
                </c:pt>
                <c:pt idx="348">
                  <c:v>230.109</c:v>
                </c:pt>
                <c:pt idx="349">
                  <c:v>230.05</c:v>
                </c:pt>
                <c:pt idx="350">
                  <c:v>229.991</c:v>
                </c:pt>
                <c:pt idx="351">
                  <c:v>229.931</c:v>
                </c:pt>
                <c:pt idx="352">
                  <c:v>229.87</c:v>
                </c:pt>
                <c:pt idx="353">
                  <c:v>229.808</c:v>
                </c:pt>
                <c:pt idx="354">
                  <c:v>229.745</c:v>
                </c:pt>
                <c:pt idx="355">
                  <c:v>229.682</c:v>
                </c:pt>
                <c:pt idx="356">
                  <c:v>229.617</c:v>
                </c:pt>
                <c:pt idx="357">
                  <c:v>229.552</c:v>
                </c:pt>
                <c:pt idx="358">
                  <c:v>229.486</c:v>
                </c:pt>
                <c:pt idx="359">
                  <c:v>229.419</c:v>
                </c:pt>
                <c:pt idx="360">
                  <c:v>229.351</c:v>
                </c:pt>
                <c:pt idx="361">
                  <c:v>229.283</c:v>
                </c:pt>
                <c:pt idx="362">
                  <c:v>229.213</c:v>
                </c:pt>
                <c:pt idx="363">
                  <c:v>229.143</c:v>
                </c:pt>
                <c:pt idx="364">
                  <c:v>229.072</c:v>
                </c:pt>
                <c:pt idx="365">
                  <c:v>229.0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Hickory Pool Elevation</c:v>
                </c:pt>
              </c:strCache>
            </c:strRef>
          </c:tx>
          <c:spPr>
            <a:ln w="22225">
              <a:solidFill>
                <a:srgbClr val="93C47D"/>
              </a:solidFill>
            </a:ln>
          </c:spPr>
          <c:marker>
            <c:symbol val="none"/>
          </c:marker>
          <c:cat>
            <c:numRef>
              <c:f>Sheet1!$A$2:$A$367</c:f>
              <c:numCache>
                <c:formatCode>yyyy-mm-dd</c:formatCode>
                <c:ptCount val="366"/>
                <c:pt idx="0">
                  <c:v>43101.0</c:v>
                </c:pt>
                <c:pt idx="1">
                  <c:v>43102.0</c:v>
                </c:pt>
                <c:pt idx="2">
                  <c:v>43103.0</c:v>
                </c:pt>
                <c:pt idx="3">
                  <c:v>43104.0</c:v>
                </c:pt>
                <c:pt idx="4">
                  <c:v>43105.0</c:v>
                </c:pt>
                <c:pt idx="5">
                  <c:v>43106.0</c:v>
                </c:pt>
                <c:pt idx="6">
                  <c:v>43107.0</c:v>
                </c:pt>
                <c:pt idx="7">
                  <c:v>43108.0</c:v>
                </c:pt>
                <c:pt idx="8">
                  <c:v>43109.0</c:v>
                </c:pt>
                <c:pt idx="9">
                  <c:v>43110.0</c:v>
                </c:pt>
                <c:pt idx="10">
                  <c:v>43111.0</c:v>
                </c:pt>
                <c:pt idx="11">
                  <c:v>43112.0</c:v>
                </c:pt>
                <c:pt idx="12">
                  <c:v>43113.0</c:v>
                </c:pt>
                <c:pt idx="13">
                  <c:v>43114.0</c:v>
                </c:pt>
                <c:pt idx="14">
                  <c:v>43115.0</c:v>
                </c:pt>
                <c:pt idx="15">
                  <c:v>43116.0</c:v>
                </c:pt>
                <c:pt idx="16">
                  <c:v>43117.0</c:v>
                </c:pt>
                <c:pt idx="17">
                  <c:v>43118.0</c:v>
                </c:pt>
                <c:pt idx="18">
                  <c:v>43119.0</c:v>
                </c:pt>
                <c:pt idx="19">
                  <c:v>43120.0</c:v>
                </c:pt>
                <c:pt idx="20">
                  <c:v>43121.0</c:v>
                </c:pt>
                <c:pt idx="21">
                  <c:v>43122.0</c:v>
                </c:pt>
                <c:pt idx="22">
                  <c:v>43123.0</c:v>
                </c:pt>
                <c:pt idx="23">
                  <c:v>43124.0</c:v>
                </c:pt>
                <c:pt idx="24">
                  <c:v>43125.0</c:v>
                </c:pt>
                <c:pt idx="25">
                  <c:v>43126.0</c:v>
                </c:pt>
                <c:pt idx="26">
                  <c:v>43127.0</c:v>
                </c:pt>
                <c:pt idx="27">
                  <c:v>43128.0</c:v>
                </c:pt>
                <c:pt idx="28">
                  <c:v>43129.0</c:v>
                </c:pt>
                <c:pt idx="29">
                  <c:v>43130.0</c:v>
                </c:pt>
                <c:pt idx="30">
                  <c:v>43131.0</c:v>
                </c:pt>
                <c:pt idx="31">
                  <c:v>43132.0</c:v>
                </c:pt>
                <c:pt idx="32">
                  <c:v>43133.0</c:v>
                </c:pt>
                <c:pt idx="33">
                  <c:v>43134.0</c:v>
                </c:pt>
                <c:pt idx="34">
                  <c:v>43135.0</c:v>
                </c:pt>
                <c:pt idx="35">
                  <c:v>43136.0</c:v>
                </c:pt>
                <c:pt idx="36">
                  <c:v>43137.0</c:v>
                </c:pt>
                <c:pt idx="37">
                  <c:v>43138.0</c:v>
                </c:pt>
                <c:pt idx="38">
                  <c:v>43139.0</c:v>
                </c:pt>
                <c:pt idx="39">
                  <c:v>43140.0</c:v>
                </c:pt>
                <c:pt idx="40">
                  <c:v>43141.0</c:v>
                </c:pt>
                <c:pt idx="41">
                  <c:v>43142.0</c:v>
                </c:pt>
                <c:pt idx="42">
                  <c:v>43143.0</c:v>
                </c:pt>
                <c:pt idx="43">
                  <c:v>43144.0</c:v>
                </c:pt>
                <c:pt idx="44">
                  <c:v>43145.0</c:v>
                </c:pt>
                <c:pt idx="45">
                  <c:v>43146.0</c:v>
                </c:pt>
                <c:pt idx="46">
                  <c:v>43147.0</c:v>
                </c:pt>
                <c:pt idx="47">
                  <c:v>43148.0</c:v>
                </c:pt>
                <c:pt idx="48">
                  <c:v>43149.0</c:v>
                </c:pt>
                <c:pt idx="49">
                  <c:v>43150.0</c:v>
                </c:pt>
                <c:pt idx="50">
                  <c:v>43151.0</c:v>
                </c:pt>
                <c:pt idx="51">
                  <c:v>43152.0</c:v>
                </c:pt>
                <c:pt idx="52">
                  <c:v>43153.0</c:v>
                </c:pt>
                <c:pt idx="53">
                  <c:v>43154.0</c:v>
                </c:pt>
                <c:pt idx="54">
                  <c:v>43155.0</c:v>
                </c:pt>
                <c:pt idx="55">
                  <c:v>43156.0</c:v>
                </c:pt>
                <c:pt idx="56">
                  <c:v>43157.0</c:v>
                </c:pt>
                <c:pt idx="57">
                  <c:v>43158.0</c:v>
                </c:pt>
                <c:pt idx="58">
                  <c:v>43159.0</c:v>
                </c:pt>
                <c:pt idx="59">
                  <c:v>43160.0</c:v>
                </c:pt>
                <c:pt idx="60">
                  <c:v>43161.0</c:v>
                </c:pt>
                <c:pt idx="61">
                  <c:v>43162.0</c:v>
                </c:pt>
                <c:pt idx="62">
                  <c:v>43163.0</c:v>
                </c:pt>
                <c:pt idx="63">
                  <c:v>43164.0</c:v>
                </c:pt>
                <c:pt idx="64">
                  <c:v>43165.0</c:v>
                </c:pt>
                <c:pt idx="65">
                  <c:v>43166.0</c:v>
                </c:pt>
                <c:pt idx="66">
                  <c:v>43167.0</c:v>
                </c:pt>
                <c:pt idx="67">
                  <c:v>43168.0</c:v>
                </c:pt>
                <c:pt idx="68">
                  <c:v>43169.0</c:v>
                </c:pt>
                <c:pt idx="69">
                  <c:v>43170.0</c:v>
                </c:pt>
                <c:pt idx="70">
                  <c:v>43171.0</c:v>
                </c:pt>
                <c:pt idx="71">
                  <c:v>43172.0</c:v>
                </c:pt>
                <c:pt idx="72">
                  <c:v>43173.0</c:v>
                </c:pt>
                <c:pt idx="73">
                  <c:v>43174.0</c:v>
                </c:pt>
                <c:pt idx="74">
                  <c:v>43175.0</c:v>
                </c:pt>
                <c:pt idx="75">
                  <c:v>43176.0</c:v>
                </c:pt>
                <c:pt idx="76">
                  <c:v>43177.0</c:v>
                </c:pt>
                <c:pt idx="77">
                  <c:v>43178.0</c:v>
                </c:pt>
                <c:pt idx="78">
                  <c:v>43179.0</c:v>
                </c:pt>
                <c:pt idx="79">
                  <c:v>43180.0</c:v>
                </c:pt>
                <c:pt idx="80">
                  <c:v>43181.0</c:v>
                </c:pt>
                <c:pt idx="81">
                  <c:v>43182.0</c:v>
                </c:pt>
                <c:pt idx="82">
                  <c:v>43183.0</c:v>
                </c:pt>
                <c:pt idx="83">
                  <c:v>43184.0</c:v>
                </c:pt>
                <c:pt idx="84">
                  <c:v>43185.0</c:v>
                </c:pt>
                <c:pt idx="85">
                  <c:v>43186.0</c:v>
                </c:pt>
                <c:pt idx="86">
                  <c:v>43187.0</c:v>
                </c:pt>
                <c:pt idx="87">
                  <c:v>43188.0</c:v>
                </c:pt>
                <c:pt idx="88">
                  <c:v>43189.0</c:v>
                </c:pt>
                <c:pt idx="89">
                  <c:v>43190.0</c:v>
                </c:pt>
                <c:pt idx="90">
                  <c:v>43191.0</c:v>
                </c:pt>
                <c:pt idx="91">
                  <c:v>43192.0</c:v>
                </c:pt>
                <c:pt idx="92">
                  <c:v>43193.0</c:v>
                </c:pt>
                <c:pt idx="93">
                  <c:v>43194.0</c:v>
                </c:pt>
                <c:pt idx="94">
                  <c:v>43195.0</c:v>
                </c:pt>
                <c:pt idx="95">
                  <c:v>43196.0</c:v>
                </c:pt>
                <c:pt idx="96">
                  <c:v>43197.0</c:v>
                </c:pt>
                <c:pt idx="97">
                  <c:v>43198.0</c:v>
                </c:pt>
                <c:pt idx="98">
                  <c:v>43199.0</c:v>
                </c:pt>
                <c:pt idx="99">
                  <c:v>43200.0</c:v>
                </c:pt>
                <c:pt idx="100">
                  <c:v>43201.0</c:v>
                </c:pt>
                <c:pt idx="101">
                  <c:v>43202.0</c:v>
                </c:pt>
                <c:pt idx="102">
                  <c:v>43203.0</c:v>
                </c:pt>
                <c:pt idx="103">
                  <c:v>43204.0</c:v>
                </c:pt>
                <c:pt idx="104">
                  <c:v>43205.0</c:v>
                </c:pt>
                <c:pt idx="105">
                  <c:v>43206.0</c:v>
                </c:pt>
                <c:pt idx="106">
                  <c:v>43207.0</c:v>
                </c:pt>
                <c:pt idx="107">
                  <c:v>43208.0</c:v>
                </c:pt>
                <c:pt idx="108">
                  <c:v>43209.0</c:v>
                </c:pt>
                <c:pt idx="109">
                  <c:v>43210.0</c:v>
                </c:pt>
                <c:pt idx="110">
                  <c:v>43211.0</c:v>
                </c:pt>
                <c:pt idx="111">
                  <c:v>43212.0</c:v>
                </c:pt>
                <c:pt idx="112">
                  <c:v>43213.0</c:v>
                </c:pt>
                <c:pt idx="113">
                  <c:v>43214.0</c:v>
                </c:pt>
                <c:pt idx="114">
                  <c:v>43215.0</c:v>
                </c:pt>
                <c:pt idx="115">
                  <c:v>43216.0</c:v>
                </c:pt>
                <c:pt idx="116">
                  <c:v>43217.0</c:v>
                </c:pt>
                <c:pt idx="117">
                  <c:v>43218.0</c:v>
                </c:pt>
                <c:pt idx="118">
                  <c:v>43219.0</c:v>
                </c:pt>
                <c:pt idx="119">
                  <c:v>43220.0</c:v>
                </c:pt>
                <c:pt idx="120">
                  <c:v>43221.0</c:v>
                </c:pt>
                <c:pt idx="121">
                  <c:v>43222.0</c:v>
                </c:pt>
                <c:pt idx="122">
                  <c:v>43223.0</c:v>
                </c:pt>
                <c:pt idx="123">
                  <c:v>43224.0</c:v>
                </c:pt>
                <c:pt idx="124">
                  <c:v>43225.0</c:v>
                </c:pt>
                <c:pt idx="125">
                  <c:v>43226.0</c:v>
                </c:pt>
                <c:pt idx="126">
                  <c:v>43227.0</c:v>
                </c:pt>
                <c:pt idx="127">
                  <c:v>43228.0</c:v>
                </c:pt>
                <c:pt idx="128">
                  <c:v>43229.0</c:v>
                </c:pt>
                <c:pt idx="129">
                  <c:v>43230.0</c:v>
                </c:pt>
                <c:pt idx="130">
                  <c:v>43231.0</c:v>
                </c:pt>
                <c:pt idx="131">
                  <c:v>43232.0</c:v>
                </c:pt>
                <c:pt idx="132">
                  <c:v>43233.0</c:v>
                </c:pt>
                <c:pt idx="133">
                  <c:v>43234.0</c:v>
                </c:pt>
                <c:pt idx="134">
                  <c:v>43235.0</c:v>
                </c:pt>
                <c:pt idx="135">
                  <c:v>43236.0</c:v>
                </c:pt>
                <c:pt idx="136">
                  <c:v>43237.0</c:v>
                </c:pt>
                <c:pt idx="137">
                  <c:v>43238.0</c:v>
                </c:pt>
                <c:pt idx="138">
                  <c:v>43239.0</c:v>
                </c:pt>
                <c:pt idx="139">
                  <c:v>43240.0</c:v>
                </c:pt>
                <c:pt idx="140">
                  <c:v>43241.0</c:v>
                </c:pt>
                <c:pt idx="141">
                  <c:v>43242.0</c:v>
                </c:pt>
                <c:pt idx="142">
                  <c:v>43243.0</c:v>
                </c:pt>
                <c:pt idx="143">
                  <c:v>43244.0</c:v>
                </c:pt>
                <c:pt idx="144">
                  <c:v>43245.0</c:v>
                </c:pt>
                <c:pt idx="145">
                  <c:v>43246.0</c:v>
                </c:pt>
                <c:pt idx="146">
                  <c:v>43247.0</c:v>
                </c:pt>
                <c:pt idx="147">
                  <c:v>43248.0</c:v>
                </c:pt>
                <c:pt idx="148">
                  <c:v>43249.0</c:v>
                </c:pt>
                <c:pt idx="149">
                  <c:v>43250.0</c:v>
                </c:pt>
                <c:pt idx="150">
                  <c:v>43251.0</c:v>
                </c:pt>
                <c:pt idx="151">
                  <c:v>43252.0</c:v>
                </c:pt>
                <c:pt idx="152">
                  <c:v>43253.0</c:v>
                </c:pt>
                <c:pt idx="153">
                  <c:v>43254.0</c:v>
                </c:pt>
                <c:pt idx="154">
                  <c:v>43255.0</c:v>
                </c:pt>
                <c:pt idx="155">
                  <c:v>43256.0</c:v>
                </c:pt>
                <c:pt idx="156">
                  <c:v>43257.0</c:v>
                </c:pt>
                <c:pt idx="157">
                  <c:v>43258.0</c:v>
                </c:pt>
                <c:pt idx="158">
                  <c:v>43259.0</c:v>
                </c:pt>
                <c:pt idx="159">
                  <c:v>43260.0</c:v>
                </c:pt>
                <c:pt idx="160">
                  <c:v>43261.0</c:v>
                </c:pt>
                <c:pt idx="161">
                  <c:v>43262.0</c:v>
                </c:pt>
                <c:pt idx="162">
                  <c:v>43263.0</c:v>
                </c:pt>
                <c:pt idx="163">
                  <c:v>43264.0</c:v>
                </c:pt>
                <c:pt idx="164">
                  <c:v>43265.0</c:v>
                </c:pt>
                <c:pt idx="165">
                  <c:v>43266.0</c:v>
                </c:pt>
                <c:pt idx="166">
                  <c:v>43267.0</c:v>
                </c:pt>
                <c:pt idx="167">
                  <c:v>43268.0</c:v>
                </c:pt>
                <c:pt idx="168">
                  <c:v>43269.0</c:v>
                </c:pt>
                <c:pt idx="169">
                  <c:v>43270.0</c:v>
                </c:pt>
                <c:pt idx="170">
                  <c:v>43271.0</c:v>
                </c:pt>
                <c:pt idx="171">
                  <c:v>43272.0</c:v>
                </c:pt>
                <c:pt idx="172">
                  <c:v>43273.0</c:v>
                </c:pt>
                <c:pt idx="173">
                  <c:v>43274.0</c:v>
                </c:pt>
                <c:pt idx="174">
                  <c:v>43275.0</c:v>
                </c:pt>
                <c:pt idx="175">
                  <c:v>43276.0</c:v>
                </c:pt>
                <c:pt idx="176">
                  <c:v>43277.0</c:v>
                </c:pt>
                <c:pt idx="177">
                  <c:v>43278.0</c:v>
                </c:pt>
                <c:pt idx="178">
                  <c:v>43279.0</c:v>
                </c:pt>
                <c:pt idx="179">
                  <c:v>43280.0</c:v>
                </c:pt>
                <c:pt idx="180">
                  <c:v>43281.0</c:v>
                </c:pt>
                <c:pt idx="181">
                  <c:v>43282.0</c:v>
                </c:pt>
                <c:pt idx="182">
                  <c:v>43283.0</c:v>
                </c:pt>
                <c:pt idx="183">
                  <c:v>43284.0</c:v>
                </c:pt>
                <c:pt idx="184">
                  <c:v>43285.0</c:v>
                </c:pt>
                <c:pt idx="185">
                  <c:v>43286.0</c:v>
                </c:pt>
                <c:pt idx="186">
                  <c:v>43287.0</c:v>
                </c:pt>
                <c:pt idx="187">
                  <c:v>43288.0</c:v>
                </c:pt>
                <c:pt idx="188">
                  <c:v>43289.0</c:v>
                </c:pt>
                <c:pt idx="189">
                  <c:v>43290.0</c:v>
                </c:pt>
                <c:pt idx="190">
                  <c:v>43291.0</c:v>
                </c:pt>
                <c:pt idx="191">
                  <c:v>43292.0</c:v>
                </c:pt>
                <c:pt idx="192">
                  <c:v>43293.0</c:v>
                </c:pt>
                <c:pt idx="193">
                  <c:v>43294.0</c:v>
                </c:pt>
                <c:pt idx="194">
                  <c:v>43295.0</c:v>
                </c:pt>
                <c:pt idx="195">
                  <c:v>43296.0</c:v>
                </c:pt>
                <c:pt idx="196">
                  <c:v>43297.0</c:v>
                </c:pt>
                <c:pt idx="197">
                  <c:v>43298.0</c:v>
                </c:pt>
                <c:pt idx="198">
                  <c:v>43299.0</c:v>
                </c:pt>
                <c:pt idx="199">
                  <c:v>43300.0</c:v>
                </c:pt>
                <c:pt idx="200">
                  <c:v>43301.0</c:v>
                </c:pt>
                <c:pt idx="201">
                  <c:v>43302.0</c:v>
                </c:pt>
                <c:pt idx="202">
                  <c:v>43303.0</c:v>
                </c:pt>
                <c:pt idx="203">
                  <c:v>43304.0</c:v>
                </c:pt>
                <c:pt idx="204">
                  <c:v>43305.0</c:v>
                </c:pt>
                <c:pt idx="205">
                  <c:v>43306.0</c:v>
                </c:pt>
                <c:pt idx="206">
                  <c:v>43307.0</c:v>
                </c:pt>
                <c:pt idx="207">
                  <c:v>43308.0</c:v>
                </c:pt>
                <c:pt idx="208">
                  <c:v>43309.0</c:v>
                </c:pt>
                <c:pt idx="209">
                  <c:v>43310.0</c:v>
                </c:pt>
                <c:pt idx="210">
                  <c:v>43311.0</c:v>
                </c:pt>
                <c:pt idx="211">
                  <c:v>43312.0</c:v>
                </c:pt>
                <c:pt idx="212">
                  <c:v>43313.0</c:v>
                </c:pt>
                <c:pt idx="213">
                  <c:v>43314.0</c:v>
                </c:pt>
                <c:pt idx="214">
                  <c:v>43315.0</c:v>
                </c:pt>
                <c:pt idx="215">
                  <c:v>43316.0</c:v>
                </c:pt>
                <c:pt idx="216">
                  <c:v>43317.0</c:v>
                </c:pt>
                <c:pt idx="217">
                  <c:v>43318.0</c:v>
                </c:pt>
                <c:pt idx="218">
                  <c:v>43319.0</c:v>
                </c:pt>
                <c:pt idx="219">
                  <c:v>43320.0</c:v>
                </c:pt>
                <c:pt idx="220">
                  <c:v>43321.0</c:v>
                </c:pt>
                <c:pt idx="221">
                  <c:v>43322.0</c:v>
                </c:pt>
                <c:pt idx="222">
                  <c:v>43323.0</c:v>
                </c:pt>
                <c:pt idx="223">
                  <c:v>43324.0</c:v>
                </c:pt>
                <c:pt idx="224">
                  <c:v>43325.0</c:v>
                </c:pt>
                <c:pt idx="225">
                  <c:v>43326.0</c:v>
                </c:pt>
                <c:pt idx="226">
                  <c:v>43327.0</c:v>
                </c:pt>
                <c:pt idx="227">
                  <c:v>43328.0</c:v>
                </c:pt>
                <c:pt idx="228">
                  <c:v>43329.0</c:v>
                </c:pt>
                <c:pt idx="229">
                  <c:v>43330.0</c:v>
                </c:pt>
                <c:pt idx="230">
                  <c:v>43331.0</c:v>
                </c:pt>
                <c:pt idx="231">
                  <c:v>43332.0</c:v>
                </c:pt>
                <c:pt idx="232">
                  <c:v>43333.0</c:v>
                </c:pt>
                <c:pt idx="233">
                  <c:v>43334.0</c:v>
                </c:pt>
                <c:pt idx="234">
                  <c:v>43335.0</c:v>
                </c:pt>
                <c:pt idx="235">
                  <c:v>43336.0</c:v>
                </c:pt>
                <c:pt idx="236">
                  <c:v>43337.0</c:v>
                </c:pt>
                <c:pt idx="237">
                  <c:v>43338.0</c:v>
                </c:pt>
                <c:pt idx="238">
                  <c:v>43339.0</c:v>
                </c:pt>
                <c:pt idx="239">
                  <c:v>43340.0</c:v>
                </c:pt>
                <c:pt idx="240">
                  <c:v>43341.0</c:v>
                </c:pt>
                <c:pt idx="241">
                  <c:v>43342.0</c:v>
                </c:pt>
                <c:pt idx="242">
                  <c:v>43343.0</c:v>
                </c:pt>
                <c:pt idx="243">
                  <c:v>43344.0</c:v>
                </c:pt>
                <c:pt idx="244">
                  <c:v>43345.0</c:v>
                </c:pt>
                <c:pt idx="245">
                  <c:v>43346.0</c:v>
                </c:pt>
                <c:pt idx="246">
                  <c:v>43347.0</c:v>
                </c:pt>
                <c:pt idx="247">
                  <c:v>43348.0</c:v>
                </c:pt>
                <c:pt idx="248">
                  <c:v>43349.0</c:v>
                </c:pt>
                <c:pt idx="249">
                  <c:v>43350.0</c:v>
                </c:pt>
                <c:pt idx="250">
                  <c:v>43351.0</c:v>
                </c:pt>
                <c:pt idx="251">
                  <c:v>43352.0</c:v>
                </c:pt>
                <c:pt idx="252">
                  <c:v>43353.0</c:v>
                </c:pt>
                <c:pt idx="253">
                  <c:v>43354.0</c:v>
                </c:pt>
                <c:pt idx="254">
                  <c:v>43355.0</c:v>
                </c:pt>
                <c:pt idx="255">
                  <c:v>43356.0</c:v>
                </c:pt>
                <c:pt idx="256">
                  <c:v>43357.0</c:v>
                </c:pt>
                <c:pt idx="257">
                  <c:v>43358.0</c:v>
                </c:pt>
                <c:pt idx="258">
                  <c:v>43359.0</c:v>
                </c:pt>
                <c:pt idx="259">
                  <c:v>43360.0</c:v>
                </c:pt>
                <c:pt idx="260">
                  <c:v>43361.0</c:v>
                </c:pt>
                <c:pt idx="261">
                  <c:v>43362.0</c:v>
                </c:pt>
                <c:pt idx="262">
                  <c:v>43363.0</c:v>
                </c:pt>
                <c:pt idx="263">
                  <c:v>43364.0</c:v>
                </c:pt>
                <c:pt idx="264">
                  <c:v>43365.0</c:v>
                </c:pt>
                <c:pt idx="265">
                  <c:v>43366.0</c:v>
                </c:pt>
                <c:pt idx="266">
                  <c:v>43367.0</c:v>
                </c:pt>
                <c:pt idx="267">
                  <c:v>43368.0</c:v>
                </c:pt>
                <c:pt idx="268">
                  <c:v>43369.0</c:v>
                </c:pt>
                <c:pt idx="269">
                  <c:v>43370.0</c:v>
                </c:pt>
                <c:pt idx="270">
                  <c:v>43371.0</c:v>
                </c:pt>
                <c:pt idx="271">
                  <c:v>43372.0</c:v>
                </c:pt>
                <c:pt idx="272">
                  <c:v>43373.0</c:v>
                </c:pt>
                <c:pt idx="273">
                  <c:v>43374.0</c:v>
                </c:pt>
                <c:pt idx="274">
                  <c:v>43375.0</c:v>
                </c:pt>
                <c:pt idx="275">
                  <c:v>43376.0</c:v>
                </c:pt>
                <c:pt idx="276">
                  <c:v>43377.0</c:v>
                </c:pt>
                <c:pt idx="277">
                  <c:v>43378.0</c:v>
                </c:pt>
                <c:pt idx="278">
                  <c:v>43379.0</c:v>
                </c:pt>
                <c:pt idx="279">
                  <c:v>43380.0</c:v>
                </c:pt>
                <c:pt idx="280">
                  <c:v>43381.0</c:v>
                </c:pt>
                <c:pt idx="281">
                  <c:v>43382.0</c:v>
                </c:pt>
                <c:pt idx="282">
                  <c:v>43383.0</c:v>
                </c:pt>
                <c:pt idx="283">
                  <c:v>43384.0</c:v>
                </c:pt>
                <c:pt idx="284">
                  <c:v>43385.0</c:v>
                </c:pt>
                <c:pt idx="285">
                  <c:v>43386.0</c:v>
                </c:pt>
                <c:pt idx="286">
                  <c:v>43387.0</c:v>
                </c:pt>
                <c:pt idx="287">
                  <c:v>43388.0</c:v>
                </c:pt>
                <c:pt idx="288">
                  <c:v>43389.0</c:v>
                </c:pt>
                <c:pt idx="289">
                  <c:v>43390.0</c:v>
                </c:pt>
                <c:pt idx="290">
                  <c:v>43391.0</c:v>
                </c:pt>
                <c:pt idx="291">
                  <c:v>43392.0</c:v>
                </c:pt>
                <c:pt idx="292">
                  <c:v>43393.0</c:v>
                </c:pt>
                <c:pt idx="293">
                  <c:v>43394.0</c:v>
                </c:pt>
                <c:pt idx="294">
                  <c:v>43395.0</c:v>
                </c:pt>
                <c:pt idx="295">
                  <c:v>43396.0</c:v>
                </c:pt>
                <c:pt idx="296">
                  <c:v>43397.0</c:v>
                </c:pt>
                <c:pt idx="297">
                  <c:v>43398.0</c:v>
                </c:pt>
                <c:pt idx="298">
                  <c:v>43399.0</c:v>
                </c:pt>
                <c:pt idx="299">
                  <c:v>43400.0</c:v>
                </c:pt>
                <c:pt idx="300">
                  <c:v>43401.0</c:v>
                </c:pt>
                <c:pt idx="301">
                  <c:v>43402.0</c:v>
                </c:pt>
                <c:pt idx="302">
                  <c:v>43403.0</c:v>
                </c:pt>
                <c:pt idx="303">
                  <c:v>43404.0</c:v>
                </c:pt>
                <c:pt idx="304">
                  <c:v>43405.0</c:v>
                </c:pt>
                <c:pt idx="305">
                  <c:v>43406.0</c:v>
                </c:pt>
                <c:pt idx="306">
                  <c:v>43407.0</c:v>
                </c:pt>
                <c:pt idx="307">
                  <c:v>43408.0</c:v>
                </c:pt>
                <c:pt idx="308">
                  <c:v>43409.0</c:v>
                </c:pt>
                <c:pt idx="309">
                  <c:v>43410.0</c:v>
                </c:pt>
                <c:pt idx="310">
                  <c:v>43411.0</c:v>
                </c:pt>
                <c:pt idx="311">
                  <c:v>43412.0</c:v>
                </c:pt>
                <c:pt idx="312">
                  <c:v>43413.0</c:v>
                </c:pt>
                <c:pt idx="313">
                  <c:v>43414.0</c:v>
                </c:pt>
                <c:pt idx="314">
                  <c:v>43415.0</c:v>
                </c:pt>
                <c:pt idx="315">
                  <c:v>43416.0</c:v>
                </c:pt>
                <c:pt idx="316">
                  <c:v>43417.0</c:v>
                </c:pt>
                <c:pt idx="317">
                  <c:v>43418.0</c:v>
                </c:pt>
                <c:pt idx="318">
                  <c:v>43419.0</c:v>
                </c:pt>
                <c:pt idx="319">
                  <c:v>43420.0</c:v>
                </c:pt>
                <c:pt idx="320">
                  <c:v>43421.0</c:v>
                </c:pt>
                <c:pt idx="321">
                  <c:v>43422.0</c:v>
                </c:pt>
                <c:pt idx="322">
                  <c:v>43423.0</c:v>
                </c:pt>
                <c:pt idx="323">
                  <c:v>43424.0</c:v>
                </c:pt>
                <c:pt idx="324">
                  <c:v>43425.0</c:v>
                </c:pt>
                <c:pt idx="325">
                  <c:v>43426.0</c:v>
                </c:pt>
                <c:pt idx="326">
                  <c:v>43427.0</c:v>
                </c:pt>
                <c:pt idx="327">
                  <c:v>43428.0</c:v>
                </c:pt>
                <c:pt idx="328">
                  <c:v>43429.0</c:v>
                </c:pt>
                <c:pt idx="329">
                  <c:v>43430.0</c:v>
                </c:pt>
                <c:pt idx="330">
                  <c:v>43431.0</c:v>
                </c:pt>
                <c:pt idx="331">
                  <c:v>43432.0</c:v>
                </c:pt>
                <c:pt idx="332">
                  <c:v>43433.0</c:v>
                </c:pt>
                <c:pt idx="333">
                  <c:v>43434.0</c:v>
                </c:pt>
                <c:pt idx="334">
                  <c:v>43435.0</c:v>
                </c:pt>
                <c:pt idx="335">
                  <c:v>43436.0</c:v>
                </c:pt>
                <c:pt idx="336">
                  <c:v>43437.0</c:v>
                </c:pt>
                <c:pt idx="337">
                  <c:v>43438.0</c:v>
                </c:pt>
                <c:pt idx="338">
                  <c:v>43439.0</c:v>
                </c:pt>
                <c:pt idx="339">
                  <c:v>43440.0</c:v>
                </c:pt>
                <c:pt idx="340">
                  <c:v>43441.0</c:v>
                </c:pt>
                <c:pt idx="341">
                  <c:v>43442.0</c:v>
                </c:pt>
                <c:pt idx="342">
                  <c:v>43443.0</c:v>
                </c:pt>
                <c:pt idx="343">
                  <c:v>43444.0</c:v>
                </c:pt>
                <c:pt idx="344">
                  <c:v>43445.0</c:v>
                </c:pt>
                <c:pt idx="345">
                  <c:v>43446.0</c:v>
                </c:pt>
                <c:pt idx="346">
                  <c:v>43447.0</c:v>
                </c:pt>
                <c:pt idx="347">
                  <c:v>43448.0</c:v>
                </c:pt>
                <c:pt idx="348">
                  <c:v>43449.0</c:v>
                </c:pt>
                <c:pt idx="349">
                  <c:v>43450.0</c:v>
                </c:pt>
                <c:pt idx="350">
                  <c:v>43451.0</c:v>
                </c:pt>
                <c:pt idx="351">
                  <c:v>43452.0</c:v>
                </c:pt>
                <c:pt idx="352">
                  <c:v>43453.0</c:v>
                </c:pt>
                <c:pt idx="353">
                  <c:v>43454.0</c:v>
                </c:pt>
                <c:pt idx="354">
                  <c:v>43455.0</c:v>
                </c:pt>
                <c:pt idx="355">
                  <c:v>43456.0</c:v>
                </c:pt>
                <c:pt idx="356">
                  <c:v>43457.0</c:v>
                </c:pt>
                <c:pt idx="357">
                  <c:v>43458.0</c:v>
                </c:pt>
                <c:pt idx="358">
                  <c:v>43459.0</c:v>
                </c:pt>
                <c:pt idx="359">
                  <c:v>43460.0</c:v>
                </c:pt>
                <c:pt idx="360">
                  <c:v>43461.0</c:v>
                </c:pt>
                <c:pt idx="361">
                  <c:v>43462.0</c:v>
                </c:pt>
                <c:pt idx="362">
                  <c:v>43463.0</c:v>
                </c:pt>
                <c:pt idx="363">
                  <c:v>43464.0</c:v>
                </c:pt>
                <c:pt idx="364">
                  <c:v>43465.0</c:v>
                </c:pt>
                <c:pt idx="365">
                  <c:v>43466.0</c:v>
                </c:pt>
              </c:numCache>
            </c:numRef>
          </c:cat>
          <c:val>
            <c:numRef>
              <c:f>Sheet1!$E$2:$E$367</c:f>
              <c:numCache>
                <c:formatCode>General</c:formatCode>
                <c:ptCount val="366"/>
                <c:pt idx="0">
                  <c:v>138.6</c:v>
                </c:pt>
                <c:pt idx="1">
                  <c:v>138.602</c:v>
                </c:pt>
                <c:pt idx="2">
                  <c:v>138.604</c:v>
                </c:pt>
                <c:pt idx="3">
                  <c:v>138.607</c:v>
                </c:pt>
                <c:pt idx="4">
                  <c:v>138.61</c:v>
                </c:pt>
                <c:pt idx="5">
                  <c:v>138.614</c:v>
                </c:pt>
                <c:pt idx="6">
                  <c:v>138.619</c:v>
                </c:pt>
                <c:pt idx="7">
                  <c:v>138.624</c:v>
                </c:pt>
                <c:pt idx="8">
                  <c:v>138.63</c:v>
                </c:pt>
                <c:pt idx="9">
                  <c:v>138.637</c:v>
                </c:pt>
                <c:pt idx="10">
                  <c:v>138.644</c:v>
                </c:pt>
                <c:pt idx="11">
                  <c:v>138.651</c:v>
                </c:pt>
                <c:pt idx="12">
                  <c:v>138.66</c:v>
                </c:pt>
                <c:pt idx="13">
                  <c:v>138.668</c:v>
                </c:pt>
                <c:pt idx="14">
                  <c:v>138.677</c:v>
                </c:pt>
                <c:pt idx="15">
                  <c:v>138.687</c:v>
                </c:pt>
                <c:pt idx="16">
                  <c:v>138.697</c:v>
                </c:pt>
                <c:pt idx="17">
                  <c:v>138.708</c:v>
                </c:pt>
                <c:pt idx="18">
                  <c:v>138.719</c:v>
                </c:pt>
                <c:pt idx="19">
                  <c:v>138.731</c:v>
                </c:pt>
                <c:pt idx="20">
                  <c:v>138.744</c:v>
                </c:pt>
                <c:pt idx="21">
                  <c:v>138.757</c:v>
                </c:pt>
                <c:pt idx="22">
                  <c:v>138.771</c:v>
                </c:pt>
                <c:pt idx="23">
                  <c:v>138.785</c:v>
                </c:pt>
                <c:pt idx="24">
                  <c:v>138.8</c:v>
                </c:pt>
                <c:pt idx="25">
                  <c:v>138.815</c:v>
                </c:pt>
                <c:pt idx="26">
                  <c:v>138.831</c:v>
                </c:pt>
                <c:pt idx="27">
                  <c:v>138.848</c:v>
                </c:pt>
                <c:pt idx="28">
                  <c:v>138.865</c:v>
                </c:pt>
                <c:pt idx="29">
                  <c:v>138.883</c:v>
                </c:pt>
                <c:pt idx="30">
                  <c:v>138.901</c:v>
                </c:pt>
                <c:pt idx="31">
                  <c:v>138.92</c:v>
                </c:pt>
                <c:pt idx="32">
                  <c:v>138.94</c:v>
                </c:pt>
                <c:pt idx="33">
                  <c:v>138.962</c:v>
                </c:pt>
                <c:pt idx="34">
                  <c:v>138.985</c:v>
                </c:pt>
                <c:pt idx="35">
                  <c:v>139.009</c:v>
                </c:pt>
                <c:pt idx="36">
                  <c:v>139.035</c:v>
                </c:pt>
                <c:pt idx="37">
                  <c:v>139.062</c:v>
                </c:pt>
                <c:pt idx="38">
                  <c:v>139.091</c:v>
                </c:pt>
                <c:pt idx="39">
                  <c:v>139.12</c:v>
                </c:pt>
                <c:pt idx="40">
                  <c:v>139.151</c:v>
                </c:pt>
                <c:pt idx="41">
                  <c:v>139.183</c:v>
                </c:pt>
                <c:pt idx="42">
                  <c:v>139.217</c:v>
                </c:pt>
                <c:pt idx="43">
                  <c:v>139.252</c:v>
                </c:pt>
                <c:pt idx="44">
                  <c:v>139.287</c:v>
                </c:pt>
                <c:pt idx="45">
                  <c:v>139.323</c:v>
                </c:pt>
                <c:pt idx="46">
                  <c:v>139.36</c:v>
                </c:pt>
                <c:pt idx="47">
                  <c:v>139.399</c:v>
                </c:pt>
                <c:pt idx="48">
                  <c:v>139.439</c:v>
                </c:pt>
                <c:pt idx="49">
                  <c:v>139.48</c:v>
                </c:pt>
                <c:pt idx="50">
                  <c:v>139.522</c:v>
                </c:pt>
                <c:pt idx="51">
                  <c:v>139.565</c:v>
                </c:pt>
                <c:pt idx="52">
                  <c:v>139.61</c:v>
                </c:pt>
                <c:pt idx="53">
                  <c:v>139.657</c:v>
                </c:pt>
                <c:pt idx="54">
                  <c:v>139.705</c:v>
                </c:pt>
                <c:pt idx="55">
                  <c:v>139.754</c:v>
                </c:pt>
                <c:pt idx="56">
                  <c:v>139.804</c:v>
                </c:pt>
                <c:pt idx="57">
                  <c:v>139.855</c:v>
                </c:pt>
                <c:pt idx="58">
                  <c:v>139.907</c:v>
                </c:pt>
                <c:pt idx="59">
                  <c:v>139.959</c:v>
                </c:pt>
                <c:pt idx="60">
                  <c:v>139.954</c:v>
                </c:pt>
                <c:pt idx="61">
                  <c:v>139.948</c:v>
                </c:pt>
                <c:pt idx="62">
                  <c:v>139.943</c:v>
                </c:pt>
                <c:pt idx="63">
                  <c:v>139.937</c:v>
                </c:pt>
                <c:pt idx="64">
                  <c:v>139.932</c:v>
                </c:pt>
                <c:pt idx="65">
                  <c:v>139.926</c:v>
                </c:pt>
                <c:pt idx="66">
                  <c:v>139.921</c:v>
                </c:pt>
                <c:pt idx="67">
                  <c:v>139.915</c:v>
                </c:pt>
                <c:pt idx="68">
                  <c:v>139.91</c:v>
                </c:pt>
                <c:pt idx="69">
                  <c:v>139.904</c:v>
                </c:pt>
                <c:pt idx="70">
                  <c:v>139.9</c:v>
                </c:pt>
                <c:pt idx="71">
                  <c:v>139.9</c:v>
                </c:pt>
                <c:pt idx="72">
                  <c:v>139.9</c:v>
                </c:pt>
                <c:pt idx="73">
                  <c:v>139.9</c:v>
                </c:pt>
                <c:pt idx="74">
                  <c:v>139.9</c:v>
                </c:pt>
                <c:pt idx="75">
                  <c:v>139.9</c:v>
                </c:pt>
                <c:pt idx="76">
                  <c:v>139.9</c:v>
                </c:pt>
                <c:pt idx="77">
                  <c:v>139.9</c:v>
                </c:pt>
                <c:pt idx="78">
                  <c:v>139.9</c:v>
                </c:pt>
                <c:pt idx="79">
                  <c:v>139.9</c:v>
                </c:pt>
                <c:pt idx="80">
                  <c:v>139.9</c:v>
                </c:pt>
                <c:pt idx="81">
                  <c:v>139.9</c:v>
                </c:pt>
                <c:pt idx="82">
                  <c:v>139.9</c:v>
                </c:pt>
                <c:pt idx="83">
                  <c:v>139.9</c:v>
                </c:pt>
                <c:pt idx="84">
                  <c:v>139.9</c:v>
                </c:pt>
                <c:pt idx="85">
                  <c:v>139.9</c:v>
                </c:pt>
                <c:pt idx="86">
                  <c:v>139.9</c:v>
                </c:pt>
                <c:pt idx="87">
                  <c:v>139.9</c:v>
                </c:pt>
                <c:pt idx="88">
                  <c:v>139.9</c:v>
                </c:pt>
                <c:pt idx="89">
                  <c:v>139.9</c:v>
                </c:pt>
                <c:pt idx="90">
                  <c:v>139.9</c:v>
                </c:pt>
                <c:pt idx="91">
                  <c:v>139.883</c:v>
                </c:pt>
                <c:pt idx="92">
                  <c:v>139.866</c:v>
                </c:pt>
                <c:pt idx="93">
                  <c:v>139.848</c:v>
                </c:pt>
                <c:pt idx="94">
                  <c:v>139.831</c:v>
                </c:pt>
                <c:pt idx="95">
                  <c:v>139.813</c:v>
                </c:pt>
                <c:pt idx="96">
                  <c:v>139.796</c:v>
                </c:pt>
                <c:pt idx="97">
                  <c:v>139.778</c:v>
                </c:pt>
                <c:pt idx="98">
                  <c:v>139.761</c:v>
                </c:pt>
                <c:pt idx="99">
                  <c:v>139.743</c:v>
                </c:pt>
                <c:pt idx="100">
                  <c:v>139.726</c:v>
                </c:pt>
                <c:pt idx="101">
                  <c:v>139.708</c:v>
                </c:pt>
                <c:pt idx="102">
                  <c:v>139.691</c:v>
                </c:pt>
                <c:pt idx="103">
                  <c:v>139.673</c:v>
                </c:pt>
                <c:pt idx="104">
                  <c:v>139.656</c:v>
                </c:pt>
                <c:pt idx="105">
                  <c:v>139.643</c:v>
                </c:pt>
                <c:pt idx="106">
                  <c:v>139.632</c:v>
                </c:pt>
                <c:pt idx="107">
                  <c:v>139.626</c:v>
                </c:pt>
                <c:pt idx="108">
                  <c:v>139.622</c:v>
                </c:pt>
                <c:pt idx="109">
                  <c:v>139.622</c:v>
                </c:pt>
                <c:pt idx="110">
                  <c:v>139.625</c:v>
                </c:pt>
                <c:pt idx="111">
                  <c:v>139.631</c:v>
                </c:pt>
                <c:pt idx="112">
                  <c:v>139.641</c:v>
                </c:pt>
                <c:pt idx="113">
                  <c:v>139.654</c:v>
                </c:pt>
                <c:pt idx="114">
                  <c:v>139.671</c:v>
                </c:pt>
                <c:pt idx="115">
                  <c:v>139.691</c:v>
                </c:pt>
                <c:pt idx="116">
                  <c:v>139.714</c:v>
                </c:pt>
                <c:pt idx="117">
                  <c:v>139.74</c:v>
                </c:pt>
                <c:pt idx="118">
                  <c:v>139.77</c:v>
                </c:pt>
                <c:pt idx="119">
                  <c:v>139.803</c:v>
                </c:pt>
                <c:pt idx="120">
                  <c:v>139.84</c:v>
                </c:pt>
                <c:pt idx="121">
                  <c:v>139.861</c:v>
                </c:pt>
                <c:pt idx="122">
                  <c:v>139.884</c:v>
                </c:pt>
                <c:pt idx="123">
                  <c:v>139.906</c:v>
                </c:pt>
                <c:pt idx="124">
                  <c:v>139.93</c:v>
                </c:pt>
                <c:pt idx="125">
                  <c:v>139.955</c:v>
                </c:pt>
                <c:pt idx="126">
                  <c:v>139.981</c:v>
                </c:pt>
                <c:pt idx="127">
                  <c:v>140.0</c:v>
                </c:pt>
                <c:pt idx="128">
                  <c:v>140.0</c:v>
                </c:pt>
                <c:pt idx="129">
                  <c:v>140.0</c:v>
                </c:pt>
                <c:pt idx="130">
                  <c:v>140.0</c:v>
                </c:pt>
                <c:pt idx="131">
                  <c:v>140.0</c:v>
                </c:pt>
                <c:pt idx="132">
                  <c:v>140.0</c:v>
                </c:pt>
                <c:pt idx="133">
                  <c:v>140.0</c:v>
                </c:pt>
                <c:pt idx="134">
                  <c:v>140.0</c:v>
                </c:pt>
                <c:pt idx="135">
                  <c:v>140.0</c:v>
                </c:pt>
                <c:pt idx="136">
                  <c:v>140.0</c:v>
                </c:pt>
                <c:pt idx="137">
                  <c:v>140.0</c:v>
                </c:pt>
                <c:pt idx="138">
                  <c:v>140.0</c:v>
                </c:pt>
                <c:pt idx="139">
                  <c:v>140.0</c:v>
                </c:pt>
                <c:pt idx="140">
                  <c:v>140.0</c:v>
                </c:pt>
                <c:pt idx="141">
                  <c:v>140.0</c:v>
                </c:pt>
                <c:pt idx="142">
                  <c:v>140.0</c:v>
                </c:pt>
                <c:pt idx="143">
                  <c:v>140.0</c:v>
                </c:pt>
                <c:pt idx="144">
                  <c:v>140.0</c:v>
                </c:pt>
                <c:pt idx="145">
                  <c:v>140.0</c:v>
                </c:pt>
                <c:pt idx="146">
                  <c:v>140.0</c:v>
                </c:pt>
                <c:pt idx="147">
                  <c:v>140.0</c:v>
                </c:pt>
                <c:pt idx="148">
                  <c:v>140.0</c:v>
                </c:pt>
                <c:pt idx="149">
                  <c:v>140.0</c:v>
                </c:pt>
                <c:pt idx="150">
                  <c:v>140.0</c:v>
                </c:pt>
                <c:pt idx="151">
                  <c:v>140.0</c:v>
                </c:pt>
                <c:pt idx="152">
                  <c:v>140.0</c:v>
                </c:pt>
                <c:pt idx="153">
                  <c:v>140.0</c:v>
                </c:pt>
                <c:pt idx="154">
                  <c:v>140.0</c:v>
                </c:pt>
                <c:pt idx="155">
                  <c:v>140.0</c:v>
                </c:pt>
                <c:pt idx="156">
                  <c:v>140.0</c:v>
                </c:pt>
                <c:pt idx="157">
                  <c:v>140.0</c:v>
                </c:pt>
                <c:pt idx="158">
                  <c:v>140.0</c:v>
                </c:pt>
                <c:pt idx="159">
                  <c:v>140.0</c:v>
                </c:pt>
                <c:pt idx="160">
                  <c:v>140.0</c:v>
                </c:pt>
                <c:pt idx="161">
                  <c:v>139.999</c:v>
                </c:pt>
                <c:pt idx="162">
                  <c:v>139.995</c:v>
                </c:pt>
                <c:pt idx="163">
                  <c:v>139.988</c:v>
                </c:pt>
                <c:pt idx="164">
                  <c:v>139.978</c:v>
                </c:pt>
                <c:pt idx="165">
                  <c:v>139.965</c:v>
                </c:pt>
                <c:pt idx="166">
                  <c:v>139.949</c:v>
                </c:pt>
                <c:pt idx="167">
                  <c:v>139.93</c:v>
                </c:pt>
                <c:pt idx="168">
                  <c:v>139.908</c:v>
                </c:pt>
                <c:pt idx="169">
                  <c:v>139.883</c:v>
                </c:pt>
                <c:pt idx="170">
                  <c:v>139.855</c:v>
                </c:pt>
                <c:pt idx="171">
                  <c:v>139.823</c:v>
                </c:pt>
                <c:pt idx="172">
                  <c:v>139.789</c:v>
                </c:pt>
                <c:pt idx="173">
                  <c:v>139.755</c:v>
                </c:pt>
                <c:pt idx="174">
                  <c:v>139.721</c:v>
                </c:pt>
                <c:pt idx="175">
                  <c:v>139.687</c:v>
                </c:pt>
                <c:pt idx="176">
                  <c:v>139.654</c:v>
                </c:pt>
                <c:pt idx="177">
                  <c:v>139.62</c:v>
                </c:pt>
                <c:pt idx="178">
                  <c:v>139.586</c:v>
                </c:pt>
                <c:pt idx="179">
                  <c:v>139.552</c:v>
                </c:pt>
                <c:pt idx="180">
                  <c:v>139.519</c:v>
                </c:pt>
                <c:pt idx="181">
                  <c:v>139.485</c:v>
                </c:pt>
                <c:pt idx="182">
                  <c:v>139.449</c:v>
                </c:pt>
                <c:pt idx="183">
                  <c:v>139.413</c:v>
                </c:pt>
                <c:pt idx="184">
                  <c:v>139.377</c:v>
                </c:pt>
                <c:pt idx="185">
                  <c:v>139.341</c:v>
                </c:pt>
                <c:pt idx="186">
                  <c:v>139.305</c:v>
                </c:pt>
                <c:pt idx="187">
                  <c:v>139.269</c:v>
                </c:pt>
                <c:pt idx="188">
                  <c:v>139.231</c:v>
                </c:pt>
                <c:pt idx="189">
                  <c:v>139.193</c:v>
                </c:pt>
                <c:pt idx="190">
                  <c:v>139.156</c:v>
                </c:pt>
                <c:pt idx="191">
                  <c:v>139.118</c:v>
                </c:pt>
                <c:pt idx="192">
                  <c:v>139.081</c:v>
                </c:pt>
                <c:pt idx="193">
                  <c:v>139.043</c:v>
                </c:pt>
                <c:pt idx="194">
                  <c:v>139.006</c:v>
                </c:pt>
                <c:pt idx="195">
                  <c:v>138.968</c:v>
                </c:pt>
                <c:pt idx="196">
                  <c:v>138.931</c:v>
                </c:pt>
                <c:pt idx="197">
                  <c:v>138.895</c:v>
                </c:pt>
                <c:pt idx="198">
                  <c:v>138.858</c:v>
                </c:pt>
                <c:pt idx="199">
                  <c:v>138.821</c:v>
                </c:pt>
                <c:pt idx="200">
                  <c:v>138.784</c:v>
                </c:pt>
                <c:pt idx="201">
                  <c:v>138.747</c:v>
                </c:pt>
                <c:pt idx="202">
                  <c:v>138.711</c:v>
                </c:pt>
                <c:pt idx="203">
                  <c:v>138.674</c:v>
                </c:pt>
                <c:pt idx="204">
                  <c:v>138.636</c:v>
                </c:pt>
                <c:pt idx="205">
                  <c:v>138.598</c:v>
                </c:pt>
                <c:pt idx="206">
                  <c:v>138.559</c:v>
                </c:pt>
                <c:pt idx="207">
                  <c:v>138.521</c:v>
                </c:pt>
                <c:pt idx="208">
                  <c:v>138.483</c:v>
                </c:pt>
                <c:pt idx="209">
                  <c:v>138.444</c:v>
                </c:pt>
                <c:pt idx="210">
                  <c:v>138.406</c:v>
                </c:pt>
                <c:pt idx="211">
                  <c:v>138.367</c:v>
                </c:pt>
                <c:pt idx="212">
                  <c:v>138.328</c:v>
                </c:pt>
                <c:pt idx="213">
                  <c:v>138.288</c:v>
                </c:pt>
                <c:pt idx="214">
                  <c:v>138.248</c:v>
                </c:pt>
                <c:pt idx="215">
                  <c:v>138.208</c:v>
                </c:pt>
                <c:pt idx="216">
                  <c:v>138.167</c:v>
                </c:pt>
                <c:pt idx="217">
                  <c:v>138.127</c:v>
                </c:pt>
                <c:pt idx="218">
                  <c:v>138.087</c:v>
                </c:pt>
                <c:pt idx="219">
                  <c:v>138.047</c:v>
                </c:pt>
                <c:pt idx="220">
                  <c:v>138.007</c:v>
                </c:pt>
                <c:pt idx="221">
                  <c:v>137.966</c:v>
                </c:pt>
                <c:pt idx="222">
                  <c:v>137.926</c:v>
                </c:pt>
                <c:pt idx="223">
                  <c:v>137.886</c:v>
                </c:pt>
                <c:pt idx="224">
                  <c:v>137.846</c:v>
                </c:pt>
                <c:pt idx="225">
                  <c:v>137.806</c:v>
                </c:pt>
                <c:pt idx="226">
                  <c:v>137.766</c:v>
                </c:pt>
                <c:pt idx="227">
                  <c:v>137.725</c:v>
                </c:pt>
                <c:pt idx="228">
                  <c:v>137.685</c:v>
                </c:pt>
                <c:pt idx="229">
                  <c:v>137.645</c:v>
                </c:pt>
                <c:pt idx="230">
                  <c:v>137.605</c:v>
                </c:pt>
                <c:pt idx="231">
                  <c:v>137.565</c:v>
                </c:pt>
                <c:pt idx="232">
                  <c:v>137.525</c:v>
                </c:pt>
                <c:pt idx="233">
                  <c:v>137.484</c:v>
                </c:pt>
                <c:pt idx="234">
                  <c:v>137.444</c:v>
                </c:pt>
                <c:pt idx="235">
                  <c:v>137.404</c:v>
                </c:pt>
                <c:pt idx="236">
                  <c:v>137.364</c:v>
                </c:pt>
                <c:pt idx="237">
                  <c:v>137.324</c:v>
                </c:pt>
                <c:pt idx="238">
                  <c:v>137.284</c:v>
                </c:pt>
                <c:pt idx="239">
                  <c:v>137.243</c:v>
                </c:pt>
                <c:pt idx="240">
                  <c:v>137.203</c:v>
                </c:pt>
                <c:pt idx="241">
                  <c:v>137.163</c:v>
                </c:pt>
                <c:pt idx="242">
                  <c:v>137.123</c:v>
                </c:pt>
                <c:pt idx="243">
                  <c:v>137.083</c:v>
                </c:pt>
                <c:pt idx="244">
                  <c:v>136.971</c:v>
                </c:pt>
                <c:pt idx="245">
                  <c:v>136.86</c:v>
                </c:pt>
                <c:pt idx="246">
                  <c:v>136.748</c:v>
                </c:pt>
                <c:pt idx="247">
                  <c:v>136.636</c:v>
                </c:pt>
                <c:pt idx="248">
                  <c:v>136.525</c:v>
                </c:pt>
                <c:pt idx="249">
                  <c:v>136.413</c:v>
                </c:pt>
                <c:pt idx="250">
                  <c:v>136.302</c:v>
                </c:pt>
                <c:pt idx="251">
                  <c:v>136.19</c:v>
                </c:pt>
                <c:pt idx="252">
                  <c:v>136.079</c:v>
                </c:pt>
                <c:pt idx="253">
                  <c:v>135.967</c:v>
                </c:pt>
                <c:pt idx="254">
                  <c:v>135.855</c:v>
                </c:pt>
                <c:pt idx="255">
                  <c:v>135.744</c:v>
                </c:pt>
                <c:pt idx="256">
                  <c:v>135.632</c:v>
                </c:pt>
                <c:pt idx="257">
                  <c:v>135.521</c:v>
                </c:pt>
                <c:pt idx="258">
                  <c:v>135.409</c:v>
                </c:pt>
                <c:pt idx="259">
                  <c:v>135.297</c:v>
                </c:pt>
                <c:pt idx="260">
                  <c:v>135.186</c:v>
                </c:pt>
                <c:pt idx="261">
                  <c:v>135.074</c:v>
                </c:pt>
                <c:pt idx="262">
                  <c:v>134.963</c:v>
                </c:pt>
                <c:pt idx="263">
                  <c:v>134.851</c:v>
                </c:pt>
                <c:pt idx="264">
                  <c:v>134.74</c:v>
                </c:pt>
                <c:pt idx="265">
                  <c:v>134.628</c:v>
                </c:pt>
                <c:pt idx="266">
                  <c:v>134.516</c:v>
                </c:pt>
                <c:pt idx="267">
                  <c:v>134.405</c:v>
                </c:pt>
                <c:pt idx="268">
                  <c:v>134.293</c:v>
                </c:pt>
                <c:pt idx="269">
                  <c:v>134.182</c:v>
                </c:pt>
                <c:pt idx="270">
                  <c:v>134.07</c:v>
                </c:pt>
                <c:pt idx="271">
                  <c:v>133.959</c:v>
                </c:pt>
                <c:pt idx="272">
                  <c:v>133.847</c:v>
                </c:pt>
                <c:pt idx="273">
                  <c:v>133.735</c:v>
                </c:pt>
                <c:pt idx="274">
                  <c:v>133.74</c:v>
                </c:pt>
                <c:pt idx="275">
                  <c:v>133.744</c:v>
                </c:pt>
                <c:pt idx="276">
                  <c:v>133.748</c:v>
                </c:pt>
                <c:pt idx="277">
                  <c:v>133.752</c:v>
                </c:pt>
                <c:pt idx="278">
                  <c:v>133.756</c:v>
                </c:pt>
                <c:pt idx="279">
                  <c:v>133.76</c:v>
                </c:pt>
                <c:pt idx="280">
                  <c:v>133.765</c:v>
                </c:pt>
                <c:pt idx="281">
                  <c:v>133.769</c:v>
                </c:pt>
                <c:pt idx="282">
                  <c:v>133.773</c:v>
                </c:pt>
                <c:pt idx="283">
                  <c:v>133.777</c:v>
                </c:pt>
                <c:pt idx="284">
                  <c:v>133.781</c:v>
                </c:pt>
                <c:pt idx="285">
                  <c:v>133.786</c:v>
                </c:pt>
                <c:pt idx="286">
                  <c:v>133.79</c:v>
                </c:pt>
                <c:pt idx="287">
                  <c:v>133.794</c:v>
                </c:pt>
                <c:pt idx="288">
                  <c:v>133.798</c:v>
                </c:pt>
                <c:pt idx="289">
                  <c:v>133.802</c:v>
                </c:pt>
                <c:pt idx="290">
                  <c:v>133.806</c:v>
                </c:pt>
                <c:pt idx="291">
                  <c:v>133.811</c:v>
                </c:pt>
                <c:pt idx="292">
                  <c:v>133.815</c:v>
                </c:pt>
                <c:pt idx="293">
                  <c:v>133.819</c:v>
                </c:pt>
                <c:pt idx="294">
                  <c:v>133.823</c:v>
                </c:pt>
                <c:pt idx="295">
                  <c:v>133.827</c:v>
                </c:pt>
                <c:pt idx="296">
                  <c:v>133.831</c:v>
                </c:pt>
                <c:pt idx="297">
                  <c:v>133.836</c:v>
                </c:pt>
                <c:pt idx="298">
                  <c:v>133.84</c:v>
                </c:pt>
                <c:pt idx="299">
                  <c:v>133.844</c:v>
                </c:pt>
                <c:pt idx="300">
                  <c:v>133.848</c:v>
                </c:pt>
                <c:pt idx="301">
                  <c:v>133.852</c:v>
                </c:pt>
                <c:pt idx="302">
                  <c:v>133.857</c:v>
                </c:pt>
                <c:pt idx="303">
                  <c:v>133.861</c:v>
                </c:pt>
                <c:pt idx="304">
                  <c:v>133.865</c:v>
                </c:pt>
                <c:pt idx="305">
                  <c:v>133.865</c:v>
                </c:pt>
                <c:pt idx="306">
                  <c:v>133.865</c:v>
                </c:pt>
                <c:pt idx="307">
                  <c:v>133.865</c:v>
                </c:pt>
                <c:pt idx="308">
                  <c:v>133.865</c:v>
                </c:pt>
                <c:pt idx="309">
                  <c:v>133.865</c:v>
                </c:pt>
                <c:pt idx="310">
                  <c:v>133.865</c:v>
                </c:pt>
                <c:pt idx="311">
                  <c:v>133.865</c:v>
                </c:pt>
                <c:pt idx="312">
                  <c:v>133.865</c:v>
                </c:pt>
                <c:pt idx="313">
                  <c:v>133.865</c:v>
                </c:pt>
                <c:pt idx="314">
                  <c:v>133.865</c:v>
                </c:pt>
                <c:pt idx="315">
                  <c:v>133.865</c:v>
                </c:pt>
                <c:pt idx="316">
                  <c:v>133.865</c:v>
                </c:pt>
                <c:pt idx="317">
                  <c:v>133.865</c:v>
                </c:pt>
                <c:pt idx="318">
                  <c:v>133.865</c:v>
                </c:pt>
                <c:pt idx="319">
                  <c:v>133.865</c:v>
                </c:pt>
                <c:pt idx="320">
                  <c:v>133.865</c:v>
                </c:pt>
                <c:pt idx="321">
                  <c:v>133.865</c:v>
                </c:pt>
                <c:pt idx="322">
                  <c:v>133.865</c:v>
                </c:pt>
                <c:pt idx="323">
                  <c:v>133.865</c:v>
                </c:pt>
                <c:pt idx="324">
                  <c:v>133.865</c:v>
                </c:pt>
                <c:pt idx="325">
                  <c:v>133.865</c:v>
                </c:pt>
                <c:pt idx="326">
                  <c:v>133.865</c:v>
                </c:pt>
                <c:pt idx="327">
                  <c:v>133.865</c:v>
                </c:pt>
                <c:pt idx="328">
                  <c:v>133.865</c:v>
                </c:pt>
                <c:pt idx="329">
                  <c:v>133.865</c:v>
                </c:pt>
                <c:pt idx="330">
                  <c:v>133.865</c:v>
                </c:pt>
                <c:pt idx="331">
                  <c:v>133.865</c:v>
                </c:pt>
                <c:pt idx="332">
                  <c:v>133.865</c:v>
                </c:pt>
                <c:pt idx="333">
                  <c:v>133.865</c:v>
                </c:pt>
                <c:pt idx="334">
                  <c:v>133.865</c:v>
                </c:pt>
                <c:pt idx="335">
                  <c:v>133.909</c:v>
                </c:pt>
                <c:pt idx="336">
                  <c:v>133.953</c:v>
                </c:pt>
                <c:pt idx="337">
                  <c:v>133.995</c:v>
                </c:pt>
                <c:pt idx="338">
                  <c:v>134.038</c:v>
                </c:pt>
                <c:pt idx="339">
                  <c:v>134.079</c:v>
                </c:pt>
                <c:pt idx="340">
                  <c:v>134.12</c:v>
                </c:pt>
                <c:pt idx="341">
                  <c:v>134.16</c:v>
                </c:pt>
                <c:pt idx="342">
                  <c:v>134.2</c:v>
                </c:pt>
                <c:pt idx="343">
                  <c:v>134.239</c:v>
                </c:pt>
                <c:pt idx="344">
                  <c:v>134.278</c:v>
                </c:pt>
                <c:pt idx="345">
                  <c:v>134.315</c:v>
                </c:pt>
                <c:pt idx="346">
                  <c:v>134.353</c:v>
                </c:pt>
                <c:pt idx="347">
                  <c:v>134.389</c:v>
                </c:pt>
                <c:pt idx="348">
                  <c:v>134.425</c:v>
                </c:pt>
                <c:pt idx="349">
                  <c:v>134.46</c:v>
                </c:pt>
                <c:pt idx="350">
                  <c:v>134.495</c:v>
                </c:pt>
                <c:pt idx="351">
                  <c:v>134.529</c:v>
                </c:pt>
                <c:pt idx="352">
                  <c:v>134.562</c:v>
                </c:pt>
                <c:pt idx="353">
                  <c:v>134.595</c:v>
                </c:pt>
                <c:pt idx="354">
                  <c:v>134.627</c:v>
                </c:pt>
                <c:pt idx="355">
                  <c:v>134.659</c:v>
                </c:pt>
                <c:pt idx="356">
                  <c:v>134.689</c:v>
                </c:pt>
                <c:pt idx="357">
                  <c:v>134.72</c:v>
                </c:pt>
                <c:pt idx="358">
                  <c:v>134.749</c:v>
                </c:pt>
                <c:pt idx="359">
                  <c:v>134.778</c:v>
                </c:pt>
                <c:pt idx="360">
                  <c:v>134.806</c:v>
                </c:pt>
                <c:pt idx="361">
                  <c:v>134.834</c:v>
                </c:pt>
                <c:pt idx="362">
                  <c:v>134.861</c:v>
                </c:pt>
                <c:pt idx="363">
                  <c:v>134.888</c:v>
                </c:pt>
                <c:pt idx="364">
                  <c:v>134.913</c:v>
                </c:pt>
                <c:pt idx="365">
                  <c:v>134.938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yyyy-mm-dd" sourceLinked="1"/>
        <c:majorTickMark val="out"/>
        <c:minorTickMark val="none"/>
        <c:tickLblPos val="nextTo"/>
        <c:crossAx val="2140495176"/>
        <c:crosses val="autoZero"/>
        <c:auto val="1"/>
        <c:lblOffset val="100"/>
        <c:baseTimeUnit val="days"/>
      </c:date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m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Cedar Outflow</c:v>
                </c:pt>
              </c:strCache>
            </c:strRef>
          </c:tx>
          <c:spPr>
            <a:ln w="22225">
              <a:solidFill>
                <a:srgbClr val="2563A8"/>
              </a:solidFill>
            </a:ln>
          </c:spPr>
          <c:marker>
            <c:symbol val="none"/>
          </c:marker>
          <c:cat>
            <c:numRef>
              <c:f>Sheet1!$A$2:$A$371</c:f>
              <c:numCache>
                <c:formatCode>yyyy-mm-dd</c:formatCode>
                <c:ptCount val="370"/>
                <c:pt idx="0">
                  <c:v>43097.0</c:v>
                </c:pt>
                <c:pt idx="1">
                  <c:v>43098.0</c:v>
                </c:pt>
                <c:pt idx="2">
                  <c:v>43099.0</c:v>
                </c:pt>
                <c:pt idx="3">
                  <c:v>43100.0</c:v>
                </c:pt>
                <c:pt idx="4">
                  <c:v>43101.0</c:v>
                </c:pt>
                <c:pt idx="5">
                  <c:v>43102.0</c:v>
                </c:pt>
                <c:pt idx="6">
                  <c:v>43103.0</c:v>
                </c:pt>
                <c:pt idx="7">
                  <c:v>43104.0</c:v>
                </c:pt>
                <c:pt idx="8">
                  <c:v>43105.0</c:v>
                </c:pt>
                <c:pt idx="9">
                  <c:v>43106.0</c:v>
                </c:pt>
                <c:pt idx="10">
                  <c:v>43107.0</c:v>
                </c:pt>
                <c:pt idx="11">
                  <c:v>43108.0</c:v>
                </c:pt>
                <c:pt idx="12">
                  <c:v>43109.0</c:v>
                </c:pt>
                <c:pt idx="13">
                  <c:v>43110.0</c:v>
                </c:pt>
                <c:pt idx="14">
                  <c:v>43111.0</c:v>
                </c:pt>
                <c:pt idx="15">
                  <c:v>43112.0</c:v>
                </c:pt>
                <c:pt idx="16">
                  <c:v>43113.0</c:v>
                </c:pt>
                <c:pt idx="17">
                  <c:v>43114.0</c:v>
                </c:pt>
                <c:pt idx="18">
                  <c:v>43115.0</c:v>
                </c:pt>
                <c:pt idx="19">
                  <c:v>43116.0</c:v>
                </c:pt>
                <c:pt idx="20">
                  <c:v>43117.0</c:v>
                </c:pt>
                <c:pt idx="21">
                  <c:v>43118.0</c:v>
                </c:pt>
                <c:pt idx="22">
                  <c:v>43119.0</c:v>
                </c:pt>
                <c:pt idx="23">
                  <c:v>43120.0</c:v>
                </c:pt>
                <c:pt idx="24">
                  <c:v>43121.0</c:v>
                </c:pt>
                <c:pt idx="25">
                  <c:v>43122.0</c:v>
                </c:pt>
                <c:pt idx="26">
                  <c:v>43123.0</c:v>
                </c:pt>
                <c:pt idx="27">
                  <c:v>43124.0</c:v>
                </c:pt>
                <c:pt idx="28">
                  <c:v>43125.0</c:v>
                </c:pt>
                <c:pt idx="29">
                  <c:v>43126.0</c:v>
                </c:pt>
                <c:pt idx="30">
                  <c:v>43127.0</c:v>
                </c:pt>
                <c:pt idx="31">
                  <c:v>43128.0</c:v>
                </c:pt>
                <c:pt idx="32">
                  <c:v>43129.0</c:v>
                </c:pt>
                <c:pt idx="33">
                  <c:v>43130.0</c:v>
                </c:pt>
                <c:pt idx="34">
                  <c:v>43131.0</c:v>
                </c:pt>
                <c:pt idx="35">
                  <c:v>43132.0</c:v>
                </c:pt>
                <c:pt idx="36">
                  <c:v>43133.0</c:v>
                </c:pt>
                <c:pt idx="37">
                  <c:v>43134.0</c:v>
                </c:pt>
                <c:pt idx="38">
                  <c:v>43135.0</c:v>
                </c:pt>
                <c:pt idx="39">
                  <c:v>43136.0</c:v>
                </c:pt>
                <c:pt idx="40">
                  <c:v>43137.0</c:v>
                </c:pt>
                <c:pt idx="41">
                  <c:v>43138.0</c:v>
                </c:pt>
                <c:pt idx="42">
                  <c:v>43139.0</c:v>
                </c:pt>
                <c:pt idx="43">
                  <c:v>43140.0</c:v>
                </c:pt>
                <c:pt idx="44">
                  <c:v>43141.0</c:v>
                </c:pt>
                <c:pt idx="45">
                  <c:v>43142.0</c:v>
                </c:pt>
                <c:pt idx="46">
                  <c:v>43143.0</c:v>
                </c:pt>
                <c:pt idx="47">
                  <c:v>43144.0</c:v>
                </c:pt>
                <c:pt idx="48">
                  <c:v>43145.0</c:v>
                </c:pt>
                <c:pt idx="49">
                  <c:v>43146.0</c:v>
                </c:pt>
                <c:pt idx="50">
                  <c:v>43147.0</c:v>
                </c:pt>
                <c:pt idx="51">
                  <c:v>43148.0</c:v>
                </c:pt>
                <c:pt idx="52">
                  <c:v>43149.0</c:v>
                </c:pt>
                <c:pt idx="53">
                  <c:v>43150.0</c:v>
                </c:pt>
                <c:pt idx="54">
                  <c:v>43151.0</c:v>
                </c:pt>
                <c:pt idx="55">
                  <c:v>43152.0</c:v>
                </c:pt>
                <c:pt idx="56">
                  <c:v>43153.0</c:v>
                </c:pt>
                <c:pt idx="57">
                  <c:v>43154.0</c:v>
                </c:pt>
                <c:pt idx="58">
                  <c:v>43155.0</c:v>
                </c:pt>
                <c:pt idx="59">
                  <c:v>43156.0</c:v>
                </c:pt>
                <c:pt idx="60">
                  <c:v>43157.0</c:v>
                </c:pt>
                <c:pt idx="61">
                  <c:v>43158.0</c:v>
                </c:pt>
                <c:pt idx="62">
                  <c:v>43159.0</c:v>
                </c:pt>
                <c:pt idx="63">
                  <c:v>43160.0</c:v>
                </c:pt>
                <c:pt idx="64">
                  <c:v>43161.0</c:v>
                </c:pt>
                <c:pt idx="65">
                  <c:v>43162.0</c:v>
                </c:pt>
                <c:pt idx="66">
                  <c:v>43163.0</c:v>
                </c:pt>
                <c:pt idx="67">
                  <c:v>43164.0</c:v>
                </c:pt>
                <c:pt idx="68">
                  <c:v>43165.0</c:v>
                </c:pt>
                <c:pt idx="69">
                  <c:v>43166.0</c:v>
                </c:pt>
                <c:pt idx="70">
                  <c:v>43167.0</c:v>
                </c:pt>
                <c:pt idx="71">
                  <c:v>43168.0</c:v>
                </c:pt>
                <c:pt idx="72">
                  <c:v>43169.0</c:v>
                </c:pt>
                <c:pt idx="73">
                  <c:v>43170.0</c:v>
                </c:pt>
                <c:pt idx="74">
                  <c:v>43171.0</c:v>
                </c:pt>
                <c:pt idx="75">
                  <c:v>43172.0</c:v>
                </c:pt>
                <c:pt idx="76">
                  <c:v>43173.0</c:v>
                </c:pt>
                <c:pt idx="77">
                  <c:v>43174.0</c:v>
                </c:pt>
                <c:pt idx="78">
                  <c:v>43175.0</c:v>
                </c:pt>
                <c:pt idx="79">
                  <c:v>43176.0</c:v>
                </c:pt>
                <c:pt idx="80">
                  <c:v>43177.0</c:v>
                </c:pt>
                <c:pt idx="81">
                  <c:v>43178.0</c:v>
                </c:pt>
                <c:pt idx="82">
                  <c:v>43179.0</c:v>
                </c:pt>
                <c:pt idx="83">
                  <c:v>43180.0</c:v>
                </c:pt>
                <c:pt idx="84">
                  <c:v>43181.0</c:v>
                </c:pt>
                <c:pt idx="85">
                  <c:v>43182.0</c:v>
                </c:pt>
                <c:pt idx="86">
                  <c:v>43183.0</c:v>
                </c:pt>
                <c:pt idx="87">
                  <c:v>43184.0</c:v>
                </c:pt>
                <c:pt idx="88">
                  <c:v>43185.0</c:v>
                </c:pt>
                <c:pt idx="89">
                  <c:v>43186.0</c:v>
                </c:pt>
                <c:pt idx="90">
                  <c:v>43187.0</c:v>
                </c:pt>
                <c:pt idx="91">
                  <c:v>43188.0</c:v>
                </c:pt>
                <c:pt idx="92">
                  <c:v>43189.0</c:v>
                </c:pt>
                <c:pt idx="93">
                  <c:v>43190.0</c:v>
                </c:pt>
                <c:pt idx="94">
                  <c:v>43191.0</c:v>
                </c:pt>
                <c:pt idx="95">
                  <c:v>43192.0</c:v>
                </c:pt>
                <c:pt idx="96">
                  <c:v>43193.0</c:v>
                </c:pt>
                <c:pt idx="97">
                  <c:v>43194.0</c:v>
                </c:pt>
                <c:pt idx="98">
                  <c:v>43195.0</c:v>
                </c:pt>
                <c:pt idx="99">
                  <c:v>43196.0</c:v>
                </c:pt>
                <c:pt idx="100">
                  <c:v>43197.0</c:v>
                </c:pt>
                <c:pt idx="101">
                  <c:v>43198.0</c:v>
                </c:pt>
                <c:pt idx="102">
                  <c:v>43199.0</c:v>
                </c:pt>
                <c:pt idx="103">
                  <c:v>43200.0</c:v>
                </c:pt>
                <c:pt idx="104">
                  <c:v>43201.0</c:v>
                </c:pt>
                <c:pt idx="105">
                  <c:v>43202.0</c:v>
                </c:pt>
                <c:pt idx="106">
                  <c:v>43203.0</c:v>
                </c:pt>
                <c:pt idx="107">
                  <c:v>43204.0</c:v>
                </c:pt>
                <c:pt idx="108">
                  <c:v>43205.0</c:v>
                </c:pt>
                <c:pt idx="109">
                  <c:v>43206.0</c:v>
                </c:pt>
                <c:pt idx="110">
                  <c:v>43207.0</c:v>
                </c:pt>
                <c:pt idx="111">
                  <c:v>43208.0</c:v>
                </c:pt>
                <c:pt idx="112">
                  <c:v>43209.0</c:v>
                </c:pt>
                <c:pt idx="113">
                  <c:v>43210.0</c:v>
                </c:pt>
                <c:pt idx="114">
                  <c:v>43211.0</c:v>
                </c:pt>
                <c:pt idx="115">
                  <c:v>43212.0</c:v>
                </c:pt>
                <c:pt idx="116">
                  <c:v>43213.0</c:v>
                </c:pt>
                <c:pt idx="117">
                  <c:v>43214.0</c:v>
                </c:pt>
                <c:pt idx="118">
                  <c:v>43215.0</c:v>
                </c:pt>
                <c:pt idx="119">
                  <c:v>43216.0</c:v>
                </c:pt>
                <c:pt idx="120">
                  <c:v>43217.0</c:v>
                </c:pt>
                <c:pt idx="121">
                  <c:v>43218.0</c:v>
                </c:pt>
                <c:pt idx="122">
                  <c:v>43219.0</c:v>
                </c:pt>
                <c:pt idx="123">
                  <c:v>43220.0</c:v>
                </c:pt>
                <c:pt idx="124">
                  <c:v>43221.0</c:v>
                </c:pt>
                <c:pt idx="125">
                  <c:v>43222.0</c:v>
                </c:pt>
                <c:pt idx="126">
                  <c:v>43223.0</c:v>
                </c:pt>
                <c:pt idx="127">
                  <c:v>43224.0</c:v>
                </c:pt>
                <c:pt idx="128">
                  <c:v>43225.0</c:v>
                </c:pt>
                <c:pt idx="129">
                  <c:v>43226.0</c:v>
                </c:pt>
                <c:pt idx="130">
                  <c:v>43227.0</c:v>
                </c:pt>
                <c:pt idx="131">
                  <c:v>43228.0</c:v>
                </c:pt>
                <c:pt idx="132">
                  <c:v>43229.0</c:v>
                </c:pt>
                <c:pt idx="133">
                  <c:v>43230.0</c:v>
                </c:pt>
                <c:pt idx="134">
                  <c:v>43231.0</c:v>
                </c:pt>
                <c:pt idx="135">
                  <c:v>43232.0</c:v>
                </c:pt>
                <c:pt idx="136">
                  <c:v>43233.0</c:v>
                </c:pt>
                <c:pt idx="137">
                  <c:v>43234.0</c:v>
                </c:pt>
                <c:pt idx="138">
                  <c:v>43235.0</c:v>
                </c:pt>
                <c:pt idx="139">
                  <c:v>43236.0</c:v>
                </c:pt>
                <c:pt idx="140">
                  <c:v>43237.0</c:v>
                </c:pt>
                <c:pt idx="141">
                  <c:v>43238.0</c:v>
                </c:pt>
                <c:pt idx="142">
                  <c:v>43239.0</c:v>
                </c:pt>
                <c:pt idx="143">
                  <c:v>43240.0</c:v>
                </c:pt>
                <c:pt idx="144">
                  <c:v>43241.0</c:v>
                </c:pt>
                <c:pt idx="145">
                  <c:v>43242.0</c:v>
                </c:pt>
                <c:pt idx="146">
                  <c:v>43243.0</c:v>
                </c:pt>
                <c:pt idx="147">
                  <c:v>43244.0</c:v>
                </c:pt>
                <c:pt idx="148">
                  <c:v>43245.0</c:v>
                </c:pt>
                <c:pt idx="149">
                  <c:v>43246.0</c:v>
                </c:pt>
                <c:pt idx="150">
                  <c:v>43247.0</c:v>
                </c:pt>
                <c:pt idx="151">
                  <c:v>43248.0</c:v>
                </c:pt>
                <c:pt idx="152">
                  <c:v>43249.0</c:v>
                </c:pt>
                <c:pt idx="153">
                  <c:v>43250.0</c:v>
                </c:pt>
                <c:pt idx="154">
                  <c:v>43251.0</c:v>
                </c:pt>
                <c:pt idx="155">
                  <c:v>43252.0</c:v>
                </c:pt>
                <c:pt idx="156">
                  <c:v>43253.0</c:v>
                </c:pt>
                <c:pt idx="157">
                  <c:v>43254.0</c:v>
                </c:pt>
                <c:pt idx="158">
                  <c:v>43255.0</c:v>
                </c:pt>
                <c:pt idx="159">
                  <c:v>43256.0</c:v>
                </c:pt>
                <c:pt idx="160">
                  <c:v>43257.0</c:v>
                </c:pt>
                <c:pt idx="161">
                  <c:v>43258.0</c:v>
                </c:pt>
                <c:pt idx="162">
                  <c:v>43259.0</c:v>
                </c:pt>
                <c:pt idx="163">
                  <c:v>43260.0</c:v>
                </c:pt>
                <c:pt idx="164">
                  <c:v>43261.0</c:v>
                </c:pt>
                <c:pt idx="165">
                  <c:v>43262.0</c:v>
                </c:pt>
                <c:pt idx="166">
                  <c:v>43263.0</c:v>
                </c:pt>
                <c:pt idx="167">
                  <c:v>43264.0</c:v>
                </c:pt>
                <c:pt idx="168">
                  <c:v>43265.0</c:v>
                </c:pt>
                <c:pt idx="169">
                  <c:v>43266.0</c:v>
                </c:pt>
                <c:pt idx="170">
                  <c:v>43267.0</c:v>
                </c:pt>
                <c:pt idx="171">
                  <c:v>43268.0</c:v>
                </c:pt>
                <c:pt idx="172">
                  <c:v>43269.0</c:v>
                </c:pt>
                <c:pt idx="173">
                  <c:v>43270.0</c:v>
                </c:pt>
                <c:pt idx="174">
                  <c:v>43271.0</c:v>
                </c:pt>
                <c:pt idx="175">
                  <c:v>43272.0</c:v>
                </c:pt>
                <c:pt idx="176">
                  <c:v>43273.0</c:v>
                </c:pt>
                <c:pt idx="177">
                  <c:v>43274.0</c:v>
                </c:pt>
                <c:pt idx="178">
                  <c:v>43275.0</c:v>
                </c:pt>
                <c:pt idx="179">
                  <c:v>43276.0</c:v>
                </c:pt>
                <c:pt idx="180">
                  <c:v>43277.0</c:v>
                </c:pt>
                <c:pt idx="181">
                  <c:v>43278.0</c:v>
                </c:pt>
                <c:pt idx="182">
                  <c:v>43279.0</c:v>
                </c:pt>
                <c:pt idx="183">
                  <c:v>43280.0</c:v>
                </c:pt>
                <c:pt idx="184">
                  <c:v>43281.0</c:v>
                </c:pt>
                <c:pt idx="185">
                  <c:v>43282.0</c:v>
                </c:pt>
                <c:pt idx="186">
                  <c:v>43283.0</c:v>
                </c:pt>
                <c:pt idx="187">
                  <c:v>43284.0</c:v>
                </c:pt>
                <c:pt idx="188">
                  <c:v>43285.0</c:v>
                </c:pt>
                <c:pt idx="189">
                  <c:v>43286.0</c:v>
                </c:pt>
                <c:pt idx="190">
                  <c:v>43287.0</c:v>
                </c:pt>
                <c:pt idx="191">
                  <c:v>43288.0</c:v>
                </c:pt>
                <c:pt idx="192">
                  <c:v>43289.0</c:v>
                </c:pt>
                <c:pt idx="193">
                  <c:v>43290.0</c:v>
                </c:pt>
                <c:pt idx="194">
                  <c:v>43291.0</c:v>
                </c:pt>
                <c:pt idx="195">
                  <c:v>43292.0</c:v>
                </c:pt>
                <c:pt idx="196">
                  <c:v>43293.0</c:v>
                </c:pt>
                <c:pt idx="197">
                  <c:v>43294.0</c:v>
                </c:pt>
                <c:pt idx="198">
                  <c:v>43295.0</c:v>
                </c:pt>
                <c:pt idx="199">
                  <c:v>43296.0</c:v>
                </c:pt>
                <c:pt idx="200">
                  <c:v>43297.0</c:v>
                </c:pt>
                <c:pt idx="201">
                  <c:v>43298.0</c:v>
                </c:pt>
                <c:pt idx="202">
                  <c:v>43299.0</c:v>
                </c:pt>
                <c:pt idx="203">
                  <c:v>43300.0</c:v>
                </c:pt>
                <c:pt idx="204">
                  <c:v>43301.0</c:v>
                </c:pt>
                <c:pt idx="205">
                  <c:v>43302.0</c:v>
                </c:pt>
                <c:pt idx="206">
                  <c:v>43303.0</c:v>
                </c:pt>
                <c:pt idx="207">
                  <c:v>43304.0</c:v>
                </c:pt>
                <c:pt idx="208">
                  <c:v>43305.0</c:v>
                </c:pt>
                <c:pt idx="209">
                  <c:v>43306.0</c:v>
                </c:pt>
                <c:pt idx="210">
                  <c:v>43307.0</c:v>
                </c:pt>
                <c:pt idx="211">
                  <c:v>43308.0</c:v>
                </c:pt>
                <c:pt idx="212">
                  <c:v>43309.0</c:v>
                </c:pt>
                <c:pt idx="213">
                  <c:v>43310.0</c:v>
                </c:pt>
                <c:pt idx="214">
                  <c:v>43311.0</c:v>
                </c:pt>
                <c:pt idx="215">
                  <c:v>43312.0</c:v>
                </c:pt>
                <c:pt idx="216">
                  <c:v>43313.0</c:v>
                </c:pt>
                <c:pt idx="217">
                  <c:v>43314.0</c:v>
                </c:pt>
                <c:pt idx="218">
                  <c:v>43315.0</c:v>
                </c:pt>
                <c:pt idx="219">
                  <c:v>43316.0</c:v>
                </c:pt>
                <c:pt idx="220">
                  <c:v>43317.0</c:v>
                </c:pt>
                <c:pt idx="221">
                  <c:v>43318.0</c:v>
                </c:pt>
                <c:pt idx="222">
                  <c:v>43319.0</c:v>
                </c:pt>
                <c:pt idx="223">
                  <c:v>43320.0</c:v>
                </c:pt>
                <c:pt idx="224">
                  <c:v>43321.0</c:v>
                </c:pt>
                <c:pt idx="225">
                  <c:v>43322.0</c:v>
                </c:pt>
                <c:pt idx="226">
                  <c:v>43323.0</c:v>
                </c:pt>
                <c:pt idx="227">
                  <c:v>43324.0</c:v>
                </c:pt>
                <c:pt idx="228">
                  <c:v>43325.0</c:v>
                </c:pt>
                <c:pt idx="229">
                  <c:v>43326.0</c:v>
                </c:pt>
                <c:pt idx="230">
                  <c:v>43327.0</c:v>
                </c:pt>
                <c:pt idx="231">
                  <c:v>43328.0</c:v>
                </c:pt>
                <c:pt idx="232">
                  <c:v>43329.0</c:v>
                </c:pt>
                <c:pt idx="233">
                  <c:v>43330.0</c:v>
                </c:pt>
                <c:pt idx="234">
                  <c:v>43331.0</c:v>
                </c:pt>
                <c:pt idx="235">
                  <c:v>43332.0</c:v>
                </c:pt>
                <c:pt idx="236">
                  <c:v>43333.0</c:v>
                </c:pt>
                <c:pt idx="237">
                  <c:v>43334.0</c:v>
                </c:pt>
                <c:pt idx="238">
                  <c:v>43335.0</c:v>
                </c:pt>
                <c:pt idx="239">
                  <c:v>43336.0</c:v>
                </c:pt>
                <c:pt idx="240">
                  <c:v>43337.0</c:v>
                </c:pt>
                <c:pt idx="241">
                  <c:v>43338.0</c:v>
                </c:pt>
                <c:pt idx="242">
                  <c:v>43339.0</c:v>
                </c:pt>
                <c:pt idx="243">
                  <c:v>43340.0</c:v>
                </c:pt>
                <c:pt idx="244">
                  <c:v>43341.0</c:v>
                </c:pt>
                <c:pt idx="245">
                  <c:v>43342.0</c:v>
                </c:pt>
                <c:pt idx="246">
                  <c:v>43343.0</c:v>
                </c:pt>
                <c:pt idx="247">
                  <c:v>43344.0</c:v>
                </c:pt>
                <c:pt idx="248">
                  <c:v>43345.0</c:v>
                </c:pt>
                <c:pt idx="249">
                  <c:v>43346.0</c:v>
                </c:pt>
                <c:pt idx="250">
                  <c:v>43347.0</c:v>
                </c:pt>
                <c:pt idx="251">
                  <c:v>43348.0</c:v>
                </c:pt>
                <c:pt idx="252">
                  <c:v>43349.0</c:v>
                </c:pt>
                <c:pt idx="253">
                  <c:v>43350.0</c:v>
                </c:pt>
                <c:pt idx="254">
                  <c:v>43351.0</c:v>
                </c:pt>
                <c:pt idx="255">
                  <c:v>43352.0</c:v>
                </c:pt>
                <c:pt idx="256">
                  <c:v>43353.0</c:v>
                </c:pt>
                <c:pt idx="257">
                  <c:v>43354.0</c:v>
                </c:pt>
                <c:pt idx="258">
                  <c:v>43355.0</c:v>
                </c:pt>
                <c:pt idx="259">
                  <c:v>43356.0</c:v>
                </c:pt>
                <c:pt idx="260">
                  <c:v>43357.0</c:v>
                </c:pt>
                <c:pt idx="261">
                  <c:v>43358.0</c:v>
                </c:pt>
                <c:pt idx="262">
                  <c:v>43359.0</c:v>
                </c:pt>
                <c:pt idx="263">
                  <c:v>43360.0</c:v>
                </c:pt>
                <c:pt idx="264">
                  <c:v>43361.0</c:v>
                </c:pt>
                <c:pt idx="265">
                  <c:v>43362.0</c:v>
                </c:pt>
                <c:pt idx="266">
                  <c:v>43363.0</c:v>
                </c:pt>
                <c:pt idx="267">
                  <c:v>43364.0</c:v>
                </c:pt>
                <c:pt idx="268">
                  <c:v>43365.0</c:v>
                </c:pt>
                <c:pt idx="269">
                  <c:v>43366.0</c:v>
                </c:pt>
                <c:pt idx="270">
                  <c:v>43367.0</c:v>
                </c:pt>
                <c:pt idx="271">
                  <c:v>43368.0</c:v>
                </c:pt>
                <c:pt idx="272">
                  <c:v>43369.0</c:v>
                </c:pt>
                <c:pt idx="273">
                  <c:v>43370.0</c:v>
                </c:pt>
                <c:pt idx="274">
                  <c:v>43371.0</c:v>
                </c:pt>
                <c:pt idx="275">
                  <c:v>43372.0</c:v>
                </c:pt>
                <c:pt idx="276">
                  <c:v>43373.0</c:v>
                </c:pt>
                <c:pt idx="277">
                  <c:v>43374.0</c:v>
                </c:pt>
                <c:pt idx="278">
                  <c:v>43375.0</c:v>
                </c:pt>
                <c:pt idx="279">
                  <c:v>43376.0</c:v>
                </c:pt>
                <c:pt idx="280">
                  <c:v>43377.0</c:v>
                </c:pt>
                <c:pt idx="281">
                  <c:v>43378.0</c:v>
                </c:pt>
                <c:pt idx="282">
                  <c:v>43379.0</c:v>
                </c:pt>
                <c:pt idx="283">
                  <c:v>43380.0</c:v>
                </c:pt>
                <c:pt idx="284">
                  <c:v>43381.0</c:v>
                </c:pt>
                <c:pt idx="285">
                  <c:v>43382.0</c:v>
                </c:pt>
                <c:pt idx="286">
                  <c:v>43383.0</c:v>
                </c:pt>
                <c:pt idx="287">
                  <c:v>43384.0</c:v>
                </c:pt>
                <c:pt idx="288">
                  <c:v>43385.0</c:v>
                </c:pt>
                <c:pt idx="289">
                  <c:v>43386.0</c:v>
                </c:pt>
                <c:pt idx="290">
                  <c:v>43387.0</c:v>
                </c:pt>
                <c:pt idx="291">
                  <c:v>43388.0</c:v>
                </c:pt>
                <c:pt idx="292">
                  <c:v>43389.0</c:v>
                </c:pt>
                <c:pt idx="293">
                  <c:v>43390.0</c:v>
                </c:pt>
                <c:pt idx="294">
                  <c:v>43391.0</c:v>
                </c:pt>
                <c:pt idx="295">
                  <c:v>43392.0</c:v>
                </c:pt>
                <c:pt idx="296">
                  <c:v>43393.0</c:v>
                </c:pt>
                <c:pt idx="297">
                  <c:v>43394.0</c:v>
                </c:pt>
                <c:pt idx="298">
                  <c:v>43395.0</c:v>
                </c:pt>
                <c:pt idx="299">
                  <c:v>43396.0</c:v>
                </c:pt>
                <c:pt idx="300">
                  <c:v>43397.0</c:v>
                </c:pt>
                <c:pt idx="301">
                  <c:v>43398.0</c:v>
                </c:pt>
                <c:pt idx="302">
                  <c:v>43399.0</c:v>
                </c:pt>
                <c:pt idx="303">
                  <c:v>43400.0</c:v>
                </c:pt>
                <c:pt idx="304">
                  <c:v>43401.0</c:v>
                </c:pt>
                <c:pt idx="305">
                  <c:v>43402.0</c:v>
                </c:pt>
                <c:pt idx="306">
                  <c:v>43403.0</c:v>
                </c:pt>
                <c:pt idx="307">
                  <c:v>43404.0</c:v>
                </c:pt>
                <c:pt idx="308">
                  <c:v>43405.0</c:v>
                </c:pt>
                <c:pt idx="309">
                  <c:v>43406.0</c:v>
                </c:pt>
                <c:pt idx="310">
                  <c:v>43407.0</c:v>
                </c:pt>
                <c:pt idx="311">
                  <c:v>43408.0</c:v>
                </c:pt>
                <c:pt idx="312">
                  <c:v>43409.0</c:v>
                </c:pt>
                <c:pt idx="313">
                  <c:v>43410.0</c:v>
                </c:pt>
                <c:pt idx="314">
                  <c:v>43411.0</c:v>
                </c:pt>
                <c:pt idx="315">
                  <c:v>43412.0</c:v>
                </c:pt>
                <c:pt idx="316">
                  <c:v>43413.0</c:v>
                </c:pt>
                <c:pt idx="317">
                  <c:v>43414.0</c:v>
                </c:pt>
                <c:pt idx="318">
                  <c:v>43415.0</c:v>
                </c:pt>
                <c:pt idx="319">
                  <c:v>43416.0</c:v>
                </c:pt>
                <c:pt idx="320">
                  <c:v>43417.0</c:v>
                </c:pt>
                <c:pt idx="321">
                  <c:v>43418.0</c:v>
                </c:pt>
                <c:pt idx="322">
                  <c:v>43419.0</c:v>
                </c:pt>
                <c:pt idx="323">
                  <c:v>43420.0</c:v>
                </c:pt>
                <c:pt idx="324">
                  <c:v>43421.0</c:v>
                </c:pt>
                <c:pt idx="325">
                  <c:v>43422.0</c:v>
                </c:pt>
                <c:pt idx="326">
                  <c:v>43423.0</c:v>
                </c:pt>
                <c:pt idx="327">
                  <c:v>43424.0</c:v>
                </c:pt>
                <c:pt idx="328">
                  <c:v>43425.0</c:v>
                </c:pt>
                <c:pt idx="329">
                  <c:v>43426.0</c:v>
                </c:pt>
                <c:pt idx="330">
                  <c:v>43427.0</c:v>
                </c:pt>
                <c:pt idx="331">
                  <c:v>43428.0</c:v>
                </c:pt>
                <c:pt idx="332">
                  <c:v>43429.0</c:v>
                </c:pt>
                <c:pt idx="333">
                  <c:v>43430.0</c:v>
                </c:pt>
                <c:pt idx="334">
                  <c:v>43431.0</c:v>
                </c:pt>
                <c:pt idx="335">
                  <c:v>43432.0</c:v>
                </c:pt>
                <c:pt idx="336">
                  <c:v>43433.0</c:v>
                </c:pt>
                <c:pt idx="337">
                  <c:v>43434.0</c:v>
                </c:pt>
                <c:pt idx="338">
                  <c:v>43435.0</c:v>
                </c:pt>
                <c:pt idx="339">
                  <c:v>43436.0</c:v>
                </c:pt>
                <c:pt idx="340">
                  <c:v>43437.0</c:v>
                </c:pt>
                <c:pt idx="341">
                  <c:v>43438.0</c:v>
                </c:pt>
                <c:pt idx="342">
                  <c:v>43439.0</c:v>
                </c:pt>
                <c:pt idx="343">
                  <c:v>43440.0</c:v>
                </c:pt>
                <c:pt idx="344">
                  <c:v>43441.0</c:v>
                </c:pt>
                <c:pt idx="345">
                  <c:v>43442.0</c:v>
                </c:pt>
                <c:pt idx="346">
                  <c:v>43443.0</c:v>
                </c:pt>
                <c:pt idx="347">
                  <c:v>43444.0</c:v>
                </c:pt>
                <c:pt idx="348">
                  <c:v>43445.0</c:v>
                </c:pt>
                <c:pt idx="349">
                  <c:v>43446.0</c:v>
                </c:pt>
                <c:pt idx="350">
                  <c:v>43447.0</c:v>
                </c:pt>
                <c:pt idx="351">
                  <c:v>43448.0</c:v>
                </c:pt>
                <c:pt idx="352">
                  <c:v>43449.0</c:v>
                </c:pt>
                <c:pt idx="353">
                  <c:v>43450.0</c:v>
                </c:pt>
                <c:pt idx="354">
                  <c:v>43451.0</c:v>
                </c:pt>
                <c:pt idx="355">
                  <c:v>43452.0</c:v>
                </c:pt>
                <c:pt idx="356">
                  <c:v>43453.0</c:v>
                </c:pt>
                <c:pt idx="357">
                  <c:v>43454.0</c:v>
                </c:pt>
                <c:pt idx="358">
                  <c:v>43455.0</c:v>
                </c:pt>
                <c:pt idx="359">
                  <c:v>43456.0</c:v>
                </c:pt>
                <c:pt idx="360">
                  <c:v>43457.0</c:v>
                </c:pt>
                <c:pt idx="361">
                  <c:v>43458.0</c:v>
                </c:pt>
                <c:pt idx="362">
                  <c:v>43459.0</c:v>
                </c:pt>
                <c:pt idx="363">
                  <c:v>43460.0</c:v>
                </c:pt>
                <c:pt idx="364">
                  <c:v>43461.0</c:v>
                </c:pt>
                <c:pt idx="365">
                  <c:v>43462.0</c:v>
                </c:pt>
                <c:pt idx="366">
                  <c:v>43463.0</c:v>
                </c:pt>
                <c:pt idx="367">
                  <c:v>43464.0</c:v>
                </c:pt>
                <c:pt idx="368">
                  <c:v>43465.0</c:v>
                </c:pt>
                <c:pt idx="369">
                  <c:v>43466.0</c:v>
                </c:pt>
              </c:numCache>
            </c:numRef>
          </c:cat>
          <c:val>
            <c:numRef>
              <c:f>Sheet1!$B$2:$B$371</c:f>
              <c:numCache>
                <c:formatCode>General</c:formatCode>
                <c:ptCount val="370"/>
                <c:pt idx="0">
                  <c:v>2522.24</c:v>
                </c:pt>
                <c:pt idx="1">
                  <c:v>2325.44</c:v>
                </c:pt>
                <c:pt idx="2">
                  <c:v>2200.0</c:v>
                </c:pt>
                <c:pt idx="3">
                  <c:v>2200.0</c:v>
                </c:pt>
                <c:pt idx="4">
                  <c:v>2200.0</c:v>
                </c:pt>
                <c:pt idx="5">
                  <c:v>2546.73</c:v>
                </c:pt>
                <c:pt idx="6">
                  <c:v>2595.86</c:v>
                </c:pt>
                <c:pt idx="7">
                  <c:v>2654.39</c:v>
                </c:pt>
                <c:pt idx="8">
                  <c:v>2701.82</c:v>
                </c:pt>
                <c:pt idx="9">
                  <c:v>2707.59</c:v>
                </c:pt>
                <c:pt idx="10">
                  <c:v>2707.99</c:v>
                </c:pt>
                <c:pt idx="11">
                  <c:v>2708.34</c:v>
                </c:pt>
                <c:pt idx="12">
                  <c:v>2708.65</c:v>
                </c:pt>
                <c:pt idx="13">
                  <c:v>2708.92</c:v>
                </c:pt>
                <c:pt idx="14">
                  <c:v>2709.14</c:v>
                </c:pt>
                <c:pt idx="15">
                  <c:v>2709.3</c:v>
                </c:pt>
                <c:pt idx="16">
                  <c:v>2709.41</c:v>
                </c:pt>
                <c:pt idx="17">
                  <c:v>2709.45</c:v>
                </c:pt>
                <c:pt idx="18">
                  <c:v>2709.41</c:v>
                </c:pt>
                <c:pt idx="19">
                  <c:v>2709.3</c:v>
                </c:pt>
                <c:pt idx="20">
                  <c:v>2709.09</c:v>
                </c:pt>
                <c:pt idx="21">
                  <c:v>2708.78</c:v>
                </c:pt>
                <c:pt idx="22">
                  <c:v>2708.35</c:v>
                </c:pt>
                <c:pt idx="23">
                  <c:v>2707.78</c:v>
                </c:pt>
                <c:pt idx="24">
                  <c:v>2707.05</c:v>
                </c:pt>
                <c:pt idx="25">
                  <c:v>2706.13</c:v>
                </c:pt>
                <c:pt idx="26">
                  <c:v>2704.99</c:v>
                </c:pt>
                <c:pt idx="27">
                  <c:v>2703.57</c:v>
                </c:pt>
                <c:pt idx="28">
                  <c:v>2701.8</c:v>
                </c:pt>
                <c:pt idx="29">
                  <c:v>2699.58</c:v>
                </c:pt>
                <c:pt idx="30">
                  <c:v>2696.77</c:v>
                </c:pt>
                <c:pt idx="31">
                  <c:v>2693.12</c:v>
                </c:pt>
                <c:pt idx="32">
                  <c:v>2688.23</c:v>
                </c:pt>
                <c:pt idx="33">
                  <c:v>2681.25</c:v>
                </c:pt>
                <c:pt idx="34">
                  <c:v>2670.1</c:v>
                </c:pt>
                <c:pt idx="35">
                  <c:v>2621.46</c:v>
                </c:pt>
                <c:pt idx="36">
                  <c:v>1522.14</c:v>
                </c:pt>
                <c:pt idx="37">
                  <c:v>1521.94</c:v>
                </c:pt>
                <c:pt idx="38">
                  <c:v>1524.42</c:v>
                </c:pt>
                <c:pt idx="39">
                  <c:v>1526.78</c:v>
                </c:pt>
                <c:pt idx="40">
                  <c:v>1529.01</c:v>
                </c:pt>
                <c:pt idx="41">
                  <c:v>1531.12</c:v>
                </c:pt>
                <c:pt idx="42">
                  <c:v>1533.08</c:v>
                </c:pt>
                <c:pt idx="43">
                  <c:v>1534.87</c:v>
                </c:pt>
                <c:pt idx="44">
                  <c:v>1536.5</c:v>
                </c:pt>
                <c:pt idx="45">
                  <c:v>1537.92</c:v>
                </c:pt>
                <c:pt idx="46">
                  <c:v>1539.13</c:v>
                </c:pt>
                <c:pt idx="47">
                  <c:v>1540.1</c:v>
                </c:pt>
                <c:pt idx="48">
                  <c:v>1540.8</c:v>
                </c:pt>
                <c:pt idx="49">
                  <c:v>1541.19</c:v>
                </c:pt>
                <c:pt idx="50">
                  <c:v>1541.22</c:v>
                </c:pt>
                <c:pt idx="51">
                  <c:v>1540.85</c:v>
                </c:pt>
                <c:pt idx="52">
                  <c:v>1540.01</c:v>
                </c:pt>
                <c:pt idx="53">
                  <c:v>1538.6</c:v>
                </c:pt>
                <c:pt idx="54">
                  <c:v>1536.52</c:v>
                </c:pt>
                <c:pt idx="55">
                  <c:v>1533.62</c:v>
                </c:pt>
                <c:pt idx="56">
                  <c:v>1529.69</c:v>
                </c:pt>
                <c:pt idx="57">
                  <c:v>1524.44</c:v>
                </c:pt>
                <c:pt idx="58">
                  <c:v>1517.43</c:v>
                </c:pt>
                <c:pt idx="59">
                  <c:v>1507.95</c:v>
                </c:pt>
                <c:pt idx="60">
                  <c:v>1500.0</c:v>
                </c:pt>
                <c:pt idx="61">
                  <c:v>1500.0</c:v>
                </c:pt>
                <c:pt idx="62">
                  <c:v>1500.0</c:v>
                </c:pt>
                <c:pt idx="63">
                  <c:v>1500.0</c:v>
                </c:pt>
                <c:pt idx="64">
                  <c:v>1953.41</c:v>
                </c:pt>
                <c:pt idx="65">
                  <c:v>1951.53</c:v>
                </c:pt>
                <c:pt idx="66">
                  <c:v>1951.9</c:v>
                </c:pt>
                <c:pt idx="67">
                  <c:v>1952.02</c:v>
                </c:pt>
                <c:pt idx="68">
                  <c:v>1951.87</c:v>
                </c:pt>
                <c:pt idx="69">
                  <c:v>1951.42</c:v>
                </c:pt>
                <c:pt idx="70">
                  <c:v>1950.65</c:v>
                </c:pt>
                <c:pt idx="71">
                  <c:v>1949.54</c:v>
                </c:pt>
                <c:pt idx="72">
                  <c:v>1948.05</c:v>
                </c:pt>
                <c:pt idx="73">
                  <c:v>1946.15</c:v>
                </c:pt>
                <c:pt idx="74">
                  <c:v>1943.8</c:v>
                </c:pt>
                <c:pt idx="75">
                  <c:v>1940.96</c:v>
                </c:pt>
                <c:pt idx="76">
                  <c:v>1937.57</c:v>
                </c:pt>
                <c:pt idx="77">
                  <c:v>1933.85</c:v>
                </c:pt>
                <c:pt idx="78">
                  <c:v>2000.0</c:v>
                </c:pt>
                <c:pt idx="79">
                  <c:v>2000.0</c:v>
                </c:pt>
                <c:pt idx="80">
                  <c:v>2000.0</c:v>
                </c:pt>
                <c:pt idx="81">
                  <c:v>2000.0</c:v>
                </c:pt>
                <c:pt idx="82">
                  <c:v>2000.0</c:v>
                </c:pt>
                <c:pt idx="83">
                  <c:v>2000.0</c:v>
                </c:pt>
                <c:pt idx="84">
                  <c:v>2000.0</c:v>
                </c:pt>
                <c:pt idx="85">
                  <c:v>2000.0</c:v>
                </c:pt>
                <c:pt idx="86">
                  <c:v>2000.0</c:v>
                </c:pt>
                <c:pt idx="87">
                  <c:v>2000.0</c:v>
                </c:pt>
                <c:pt idx="88">
                  <c:v>2000.0</c:v>
                </c:pt>
                <c:pt idx="89">
                  <c:v>2000.0</c:v>
                </c:pt>
                <c:pt idx="90">
                  <c:v>2000.0</c:v>
                </c:pt>
                <c:pt idx="91">
                  <c:v>2000.0</c:v>
                </c:pt>
                <c:pt idx="92">
                  <c:v>2000.0</c:v>
                </c:pt>
                <c:pt idx="93">
                  <c:v>2000.0</c:v>
                </c:pt>
                <c:pt idx="94">
                  <c:v>2000.0</c:v>
                </c:pt>
                <c:pt idx="95">
                  <c:v>2577.09</c:v>
                </c:pt>
                <c:pt idx="96">
                  <c:v>2569.97</c:v>
                </c:pt>
                <c:pt idx="97">
                  <c:v>2566.83</c:v>
                </c:pt>
                <c:pt idx="98">
                  <c:v>2562.53</c:v>
                </c:pt>
                <c:pt idx="99">
                  <c:v>2556.86</c:v>
                </c:pt>
                <c:pt idx="100">
                  <c:v>2549.71</c:v>
                </c:pt>
                <c:pt idx="101">
                  <c:v>2540.95</c:v>
                </c:pt>
                <c:pt idx="102">
                  <c:v>2530.44</c:v>
                </c:pt>
                <c:pt idx="103">
                  <c:v>2518.02</c:v>
                </c:pt>
                <c:pt idx="104">
                  <c:v>2503.52</c:v>
                </c:pt>
                <c:pt idx="105">
                  <c:v>2500.0</c:v>
                </c:pt>
                <c:pt idx="106">
                  <c:v>2500.0</c:v>
                </c:pt>
                <c:pt idx="107">
                  <c:v>2500.0</c:v>
                </c:pt>
                <c:pt idx="108">
                  <c:v>2500.0</c:v>
                </c:pt>
                <c:pt idx="109">
                  <c:v>2500.0</c:v>
                </c:pt>
                <c:pt idx="110">
                  <c:v>2500.0</c:v>
                </c:pt>
                <c:pt idx="111">
                  <c:v>2500.0</c:v>
                </c:pt>
                <c:pt idx="112">
                  <c:v>2500.0</c:v>
                </c:pt>
                <c:pt idx="113">
                  <c:v>2500.0</c:v>
                </c:pt>
                <c:pt idx="114">
                  <c:v>2500.0</c:v>
                </c:pt>
                <c:pt idx="115">
                  <c:v>2500.0</c:v>
                </c:pt>
                <c:pt idx="116">
                  <c:v>2500.0</c:v>
                </c:pt>
                <c:pt idx="117">
                  <c:v>2500.0</c:v>
                </c:pt>
                <c:pt idx="118">
                  <c:v>2500.0</c:v>
                </c:pt>
                <c:pt idx="119">
                  <c:v>2500.0</c:v>
                </c:pt>
                <c:pt idx="120">
                  <c:v>2500.0</c:v>
                </c:pt>
                <c:pt idx="121">
                  <c:v>2500.0</c:v>
                </c:pt>
                <c:pt idx="122">
                  <c:v>2500.0</c:v>
                </c:pt>
                <c:pt idx="123">
                  <c:v>2500.0</c:v>
                </c:pt>
                <c:pt idx="124">
                  <c:v>2500.0</c:v>
                </c:pt>
                <c:pt idx="125">
                  <c:v>2788.35</c:v>
                </c:pt>
                <c:pt idx="126">
                  <c:v>2780.48</c:v>
                </c:pt>
                <c:pt idx="127">
                  <c:v>2772.8</c:v>
                </c:pt>
                <c:pt idx="128">
                  <c:v>2764.62</c:v>
                </c:pt>
                <c:pt idx="129">
                  <c:v>2755.25</c:v>
                </c:pt>
                <c:pt idx="130">
                  <c:v>2745.46</c:v>
                </c:pt>
                <c:pt idx="131">
                  <c:v>2735.27</c:v>
                </c:pt>
                <c:pt idx="132">
                  <c:v>2724.66</c:v>
                </c:pt>
                <c:pt idx="133">
                  <c:v>2713.6</c:v>
                </c:pt>
                <c:pt idx="134">
                  <c:v>2702.05</c:v>
                </c:pt>
                <c:pt idx="135">
                  <c:v>2689.96</c:v>
                </c:pt>
                <c:pt idx="136">
                  <c:v>2677.26</c:v>
                </c:pt>
                <c:pt idx="137">
                  <c:v>2663.9</c:v>
                </c:pt>
                <c:pt idx="138">
                  <c:v>2649.79</c:v>
                </c:pt>
                <c:pt idx="139">
                  <c:v>2634.83</c:v>
                </c:pt>
                <c:pt idx="140">
                  <c:v>2618.95</c:v>
                </c:pt>
                <c:pt idx="141">
                  <c:v>2602.05</c:v>
                </c:pt>
                <c:pt idx="142">
                  <c:v>2584.27</c:v>
                </c:pt>
                <c:pt idx="143">
                  <c:v>2565.61</c:v>
                </c:pt>
                <c:pt idx="144">
                  <c:v>2545.33</c:v>
                </c:pt>
                <c:pt idx="145">
                  <c:v>2523.17</c:v>
                </c:pt>
                <c:pt idx="146">
                  <c:v>2500.0</c:v>
                </c:pt>
                <c:pt idx="147">
                  <c:v>2500.0</c:v>
                </c:pt>
                <c:pt idx="148">
                  <c:v>2500.0</c:v>
                </c:pt>
                <c:pt idx="149">
                  <c:v>2500.0</c:v>
                </c:pt>
                <c:pt idx="150">
                  <c:v>2500.0</c:v>
                </c:pt>
                <c:pt idx="151">
                  <c:v>2500.0</c:v>
                </c:pt>
                <c:pt idx="152">
                  <c:v>2500.0</c:v>
                </c:pt>
                <c:pt idx="153">
                  <c:v>2500.0</c:v>
                </c:pt>
                <c:pt idx="154">
                  <c:v>2500.0</c:v>
                </c:pt>
                <c:pt idx="155">
                  <c:v>2500.0</c:v>
                </c:pt>
                <c:pt idx="156">
                  <c:v>3199.48</c:v>
                </c:pt>
                <c:pt idx="157">
                  <c:v>3193.32</c:v>
                </c:pt>
                <c:pt idx="158">
                  <c:v>3188.44</c:v>
                </c:pt>
                <c:pt idx="159">
                  <c:v>3184.28</c:v>
                </c:pt>
                <c:pt idx="160">
                  <c:v>3179.91</c:v>
                </c:pt>
                <c:pt idx="161">
                  <c:v>3175.36</c:v>
                </c:pt>
                <c:pt idx="162">
                  <c:v>3170.62</c:v>
                </c:pt>
                <c:pt idx="163">
                  <c:v>3165.67</c:v>
                </c:pt>
                <c:pt idx="164">
                  <c:v>3160.5</c:v>
                </c:pt>
                <c:pt idx="165">
                  <c:v>3155.08</c:v>
                </c:pt>
                <c:pt idx="166">
                  <c:v>3149.4</c:v>
                </c:pt>
                <c:pt idx="167">
                  <c:v>3143.41</c:v>
                </c:pt>
                <c:pt idx="168">
                  <c:v>3137.09</c:v>
                </c:pt>
                <c:pt idx="169">
                  <c:v>3130.4</c:v>
                </c:pt>
                <c:pt idx="170">
                  <c:v>3123.29</c:v>
                </c:pt>
                <c:pt idx="171">
                  <c:v>3115.71</c:v>
                </c:pt>
                <c:pt idx="172">
                  <c:v>3107.53</c:v>
                </c:pt>
                <c:pt idx="173">
                  <c:v>3098.67</c:v>
                </c:pt>
                <c:pt idx="174">
                  <c:v>3089.04</c:v>
                </c:pt>
                <c:pt idx="175">
                  <c:v>3078.54</c:v>
                </c:pt>
                <c:pt idx="176">
                  <c:v>3066.99</c:v>
                </c:pt>
                <c:pt idx="177">
                  <c:v>3054.15</c:v>
                </c:pt>
                <c:pt idx="178">
                  <c:v>3049.41</c:v>
                </c:pt>
                <c:pt idx="179">
                  <c:v>3078.4</c:v>
                </c:pt>
                <c:pt idx="180">
                  <c:v>3115.07</c:v>
                </c:pt>
                <c:pt idx="181">
                  <c:v>3138.92</c:v>
                </c:pt>
                <c:pt idx="182">
                  <c:v>3110.04</c:v>
                </c:pt>
                <c:pt idx="183">
                  <c:v>3071.54</c:v>
                </c:pt>
                <c:pt idx="184">
                  <c:v>3013.78</c:v>
                </c:pt>
                <c:pt idx="185">
                  <c:v>3171.62</c:v>
                </c:pt>
                <c:pt idx="186">
                  <c:v>2684.7</c:v>
                </c:pt>
                <c:pt idx="187">
                  <c:v>2677.19</c:v>
                </c:pt>
                <c:pt idx="188">
                  <c:v>2661.4</c:v>
                </c:pt>
                <c:pt idx="189">
                  <c:v>2645.49</c:v>
                </c:pt>
                <c:pt idx="190">
                  <c:v>2630.01</c:v>
                </c:pt>
                <c:pt idx="191">
                  <c:v>2617.67</c:v>
                </c:pt>
                <c:pt idx="192">
                  <c:v>2609.86</c:v>
                </c:pt>
                <c:pt idx="193">
                  <c:v>2601.72</c:v>
                </c:pt>
                <c:pt idx="194">
                  <c:v>2593.21</c:v>
                </c:pt>
                <c:pt idx="195">
                  <c:v>2584.28</c:v>
                </c:pt>
                <c:pt idx="196">
                  <c:v>2574.89</c:v>
                </c:pt>
                <c:pt idx="197">
                  <c:v>2565.03</c:v>
                </c:pt>
                <c:pt idx="198">
                  <c:v>2554.67</c:v>
                </c:pt>
                <c:pt idx="199">
                  <c:v>2543.78</c:v>
                </c:pt>
                <c:pt idx="200">
                  <c:v>2532.28</c:v>
                </c:pt>
                <c:pt idx="201">
                  <c:v>2520.0</c:v>
                </c:pt>
                <c:pt idx="202">
                  <c:v>2506.77</c:v>
                </c:pt>
                <c:pt idx="203">
                  <c:v>2500.0</c:v>
                </c:pt>
                <c:pt idx="204">
                  <c:v>2500.0</c:v>
                </c:pt>
                <c:pt idx="205">
                  <c:v>2500.0</c:v>
                </c:pt>
                <c:pt idx="206">
                  <c:v>2500.0</c:v>
                </c:pt>
                <c:pt idx="207">
                  <c:v>2500.0</c:v>
                </c:pt>
                <c:pt idx="208">
                  <c:v>2500.0</c:v>
                </c:pt>
                <c:pt idx="209">
                  <c:v>2500.0</c:v>
                </c:pt>
                <c:pt idx="210">
                  <c:v>2500.0</c:v>
                </c:pt>
                <c:pt idx="211">
                  <c:v>2500.0</c:v>
                </c:pt>
                <c:pt idx="212">
                  <c:v>2500.0</c:v>
                </c:pt>
                <c:pt idx="213">
                  <c:v>2500.0</c:v>
                </c:pt>
                <c:pt idx="214">
                  <c:v>2500.0</c:v>
                </c:pt>
                <c:pt idx="215">
                  <c:v>2500.0</c:v>
                </c:pt>
                <c:pt idx="216">
                  <c:v>2500.0</c:v>
                </c:pt>
                <c:pt idx="217">
                  <c:v>2000.0</c:v>
                </c:pt>
                <c:pt idx="218">
                  <c:v>2000.0</c:v>
                </c:pt>
                <c:pt idx="219">
                  <c:v>2000.0</c:v>
                </c:pt>
                <c:pt idx="220">
                  <c:v>2000.0</c:v>
                </c:pt>
                <c:pt idx="221">
                  <c:v>2000.0</c:v>
                </c:pt>
                <c:pt idx="222">
                  <c:v>2000.0</c:v>
                </c:pt>
                <c:pt idx="223">
                  <c:v>2000.0</c:v>
                </c:pt>
                <c:pt idx="224">
                  <c:v>2000.0</c:v>
                </c:pt>
                <c:pt idx="225">
                  <c:v>2000.0</c:v>
                </c:pt>
                <c:pt idx="226">
                  <c:v>2000.0</c:v>
                </c:pt>
                <c:pt idx="227">
                  <c:v>2000.0</c:v>
                </c:pt>
                <c:pt idx="228">
                  <c:v>2000.0</c:v>
                </c:pt>
                <c:pt idx="229">
                  <c:v>2000.0</c:v>
                </c:pt>
                <c:pt idx="230">
                  <c:v>2000.0</c:v>
                </c:pt>
                <c:pt idx="231">
                  <c:v>2000.0</c:v>
                </c:pt>
                <c:pt idx="232">
                  <c:v>2000.0</c:v>
                </c:pt>
                <c:pt idx="233">
                  <c:v>2000.0</c:v>
                </c:pt>
                <c:pt idx="234">
                  <c:v>2000.0</c:v>
                </c:pt>
                <c:pt idx="235">
                  <c:v>2000.0</c:v>
                </c:pt>
                <c:pt idx="236">
                  <c:v>2000.0</c:v>
                </c:pt>
                <c:pt idx="237">
                  <c:v>2000.0</c:v>
                </c:pt>
                <c:pt idx="238">
                  <c:v>2000.0</c:v>
                </c:pt>
                <c:pt idx="239">
                  <c:v>2000.0</c:v>
                </c:pt>
                <c:pt idx="240">
                  <c:v>2000.0</c:v>
                </c:pt>
                <c:pt idx="241">
                  <c:v>2000.0</c:v>
                </c:pt>
                <c:pt idx="242">
                  <c:v>2000.0</c:v>
                </c:pt>
                <c:pt idx="243">
                  <c:v>2000.0</c:v>
                </c:pt>
                <c:pt idx="244">
                  <c:v>2000.0</c:v>
                </c:pt>
                <c:pt idx="245">
                  <c:v>2000.0</c:v>
                </c:pt>
                <c:pt idx="246">
                  <c:v>2000.0</c:v>
                </c:pt>
                <c:pt idx="247">
                  <c:v>2000.0</c:v>
                </c:pt>
                <c:pt idx="248">
                  <c:v>2000.0</c:v>
                </c:pt>
                <c:pt idx="249">
                  <c:v>2000.0</c:v>
                </c:pt>
                <c:pt idx="250">
                  <c:v>2000.0</c:v>
                </c:pt>
                <c:pt idx="251">
                  <c:v>2000.0</c:v>
                </c:pt>
                <c:pt idx="252">
                  <c:v>2000.0</c:v>
                </c:pt>
                <c:pt idx="253">
                  <c:v>2000.0</c:v>
                </c:pt>
                <c:pt idx="254">
                  <c:v>2000.0</c:v>
                </c:pt>
                <c:pt idx="255">
                  <c:v>2000.0</c:v>
                </c:pt>
                <c:pt idx="256">
                  <c:v>2000.0</c:v>
                </c:pt>
                <c:pt idx="257">
                  <c:v>2000.0</c:v>
                </c:pt>
                <c:pt idx="258">
                  <c:v>2000.0</c:v>
                </c:pt>
                <c:pt idx="259">
                  <c:v>2000.0</c:v>
                </c:pt>
                <c:pt idx="260">
                  <c:v>2000.0</c:v>
                </c:pt>
                <c:pt idx="261">
                  <c:v>2000.0</c:v>
                </c:pt>
                <c:pt idx="262">
                  <c:v>2000.0</c:v>
                </c:pt>
                <c:pt idx="263">
                  <c:v>2000.0</c:v>
                </c:pt>
                <c:pt idx="264">
                  <c:v>2000.0</c:v>
                </c:pt>
                <c:pt idx="265">
                  <c:v>2000.0</c:v>
                </c:pt>
                <c:pt idx="266">
                  <c:v>2000.0</c:v>
                </c:pt>
                <c:pt idx="267">
                  <c:v>2000.0</c:v>
                </c:pt>
                <c:pt idx="268">
                  <c:v>2000.0</c:v>
                </c:pt>
                <c:pt idx="269">
                  <c:v>2000.0</c:v>
                </c:pt>
                <c:pt idx="270">
                  <c:v>2000.0</c:v>
                </c:pt>
                <c:pt idx="271">
                  <c:v>2000.0</c:v>
                </c:pt>
                <c:pt idx="272">
                  <c:v>2000.0</c:v>
                </c:pt>
                <c:pt idx="273">
                  <c:v>2000.0</c:v>
                </c:pt>
                <c:pt idx="274">
                  <c:v>2000.0</c:v>
                </c:pt>
                <c:pt idx="275">
                  <c:v>2000.0</c:v>
                </c:pt>
                <c:pt idx="276">
                  <c:v>2000.0</c:v>
                </c:pt>
                <c:pt idx="277">
                  <c:v>2000.0</c:v>
                </c:pt>
                <c:pt idx="278">
                  <c:v>1500.0</c:v>
                </c:pt>
                <c:pt idx="279">
                  <c:v>1500.0</c:v>
                </c:pt>
                <c:pt idx="280">
                  <c:v>1500.0</c:v>
                </c:pt>
                <c:pt idx="281">
                  <c:v>1500.0</c:v>
                </c:pt>
                <c:pt idx="282">
                  <c:v>1500.0</c:v>
                </c:pt>
                <c:pt idx="283">
                  <c:v>1500.0</c:v>
                </c:pt>
                <c:pt idx="284">
                  <c:v>1500.0</c:v>
                </c:pt>
                <c:pt idx="285">
                  <c:v>1500.0</c:v>
                </c:pt>
                <c:pt idx="286">
                  <c:v>1500.0</c:v>
                </c:pt>
                <c:pt idx="287">
                  <c:v>1500.0</c:v>
                </c:pt>
                <c:pt idx="288">
                  <c:v>1500.0</c:v>
                </c:pt>
                <c:pt idx="289">
                  <c:v>1500.0</c:v>
                </c:pt>
                <c:pt idx="290">
                  <c:v>1500.0</c:v>
                </c:pt>
                <c:pt idx="291">
                  <c:v>1500.0</c:v>
                </c:pt>
                <c:pt idx="292">
                  <c:v>1500.0</c:v>
                </c:pt>
                <c:pt idx="293">
                  <c:v>1500.0</c:v>
                </c:pt>
                <c:pt idx="294">
                  <c:v>1500.0</c:v>
                </c:pt>
                <c:pt idx="295">
                  <c:v>1500.0</c:v>
                </c:pt>
                <c:pt idx="296">
                  <c:v>1500.0</c:v>
                </c:pt>
                <c:pt idx="297">
                  <c:v>1500.0</c:v>
                </c:pt>
                <c:pt idx="298">
                  <c:v>1500.0</c:v>
                </c:pt>
                <c:pt idx="299">
                  <c:v>1500.0</c:v>
                </c:pt>
                <c:pt idx="300">
                  <c:v>1500.0</c:v>
                </c:pt>
                <c:pt idx="301">
                  <c:v>1500.0</c:v>
                </c:pt>
                <c:pt idx="302">
                  <c:v>1500.0</c:v>
                </c:pt>
                <c:pt idx="303">
                  <c:v>1500.0</c:v>
                </c:pt>
                <c:pt idx="304">
                  <c:v>1500.0</c:v>
                </c:pt>
                <c:pt idx="305">
                  <c:v>1500.0</c:v>
                </c:pt>
                <c:pt idx="306">
                  <c:v>1500.0</c:v>
                </c:pt>
                <c:pt idx="307">
                  <c:v>1500.0</c:v>
                </c:pt>
                <c:pt idx="308">
                  <c:v>1500.0</c:v>
                </c:pt>
                <c:pt idx="309">
                  <c:v>1564.05</c:v>
                </c:pt>
                <c:pt idx="310">
                  <c:v>1563.84</c:v>
                </c:pt>
                <c:pt idx="311">
                  <c:v>1562.41</c:v>
                </c:pt>
                <c:pt idx="312">
                  <c:v>1560.99</c:v>
                </c:pt>
                <c:pt idx="313">
                  <c:v>1559.56</c:v>
                </c:pt>
                <c:pt idx="314">
                  <c:v>1558.14</c:v>
                </c:pt>
                <c:pt idx="315">
                  <c:v>1556.73</c:v>
                </c:pt>
                <c:pt idx="316">
                  <c:v>1555.31</c:v>
                </c:pt>
                <c:pt idx="317">
                  <c:v>1553.9</c:v>
                </c:pt>
                <c:pt idx="318">
                  <c:v>1552.5</c:v>
                </c:pt>
                <c:pt idx="319">
                  <c:v>1551.1</c:v>
                </c:pt>
                <c:pt idx="320">
                  <c:v>1549.7</c:v>
                </c:pt>
                <c:pt idx="321">
                  <c:v>1548.32</c:v>
                </c:pt>
                <c:pt idx="322">
                  <c:v>1546.93</c:v>
                </c:pt>
                <c:pt idx="323">
                  <c:v>1545.56</c:v>
                </c:pt>
                <c:pt idx="324">
                  <c:v>1544.19</c:v>
                </c:pt>
                <c:pt idx="325">
                  <c:v>1542.83</c:v>
                </c:pt>
                <c:pt idx="326">
                  <c:v>1541.49</c:v>
                </c:pt>
                <c:pt idx="327">
                  <c:v>1540.15</c:v>
                </c:pt>
                <c:pt idx="328">
                  <c:v>1538.84</c:v>
                </c:pt>
                <c:pt idx="329">
                  <c:v>1537.54</c:v>
                </c:pt>
                <c:pt idx="330">
                  <c:v>1536.26</c:v>
                </c:pt>
                <c:pt idx="331">
                  <c:v>1535.01</c:v>
                </c:pt>
                <c:pt idx="332">
                  <c:v>1533.79</c:v>
                </c:pt>
                <c:pt idx="333">
                  <c:v>1532.63</c:v>
                </c:pt>
                <c:pt idx="334">
                  <c:v>1531.53</c:v>
                </c:pt>
                <c:pt idx="335">
                  <c:v>1530.53</c:v>
                </c:pt>
                <c:pt idx="336">
                  <c:v>1529.69</c:v>
                </c:pt>
                <c:pt idx="337">
                  <c:v>1529.19</c:v>
                </c:pt>
                <c:pt idx="338">
                  <c:v>1531.69</c:v>
                </c:pt>
                <c:pt idx="339">
                  <c:v>1796.14</c:v>
                </c:pt>
                <c:pt idx="340">
                  <c:v>1795.42</c:v>
                </c:pt>
                <c:pt idx="341">
                  <c:v>1792.16</c:v>
                </c:pt>
                <c:pt idx="342">
                  <c:v>1788.83</c:v>
                </c:pt>
                <c:pt idx="343">
                  <c:v>1786.26</c:v>
                </c:pt>
                <c:pt idx="344">
                  <c:v>1786.22</c:v>
                </c:pt>
                <c:pt idx="345">
                  <c:v>1786.22</c:v>
                </c:pt>
                <c:pt idx="346">
                  <c:v>1786.22</c:v>
                </c:pt>
                <c:pt idx="347">
                  <c:v>1786.22</c:v>
                </c:pt>
                <c:pt idx="348">
                  <c:v>1786.22</c:v>
                </c:pt>
                <c:pt idx="349">
                  <c:v>1786.22</c:v>
                </c:pt>
                <c:pt idx="350">
                  <c:v>1786.22</c:v>
                </c:pt>
                <c:pt idx="351">
                  <c:v>1786.22</c:v>
                </c:pt>
                <c:pt idx="352">
                  <c:v>1786.22</c:v>
                </c:pt>
                <c:pt idx="353">
                  <c:v>1786.21</c:v>
                </c:pt>
                <c:pt idx="354">
                  <c:v>1786.21</c:v>
                </c:pt>
                <c:pt idx="355">
                  <c:v>1786.21</c:v>
                </c:pt>
                <c:pt idx="356">
                  <c:v>1786.21</c:v>
                </c:pt>
                <c:pt idx="357">
                  <c:v>1786.21</c:v>
                </c:pt>
                <c:pt idx="358">
                  <c:v>1786.21</c:v>
                </c:pt>
                <c:pt idx="359">
                  <c:v>1786.21</c:v>
                </c:pt>
                <c:pt idx="360">
                  <c:v>1786.2</c:v>
                </c:pt>
                <c:pt idx="361">
                  <c:v>1786.2</c:v>
                </c:pt>
                <c:pt idx="362">
                  <c:v>1786.2</c:v>
                </c:pt>
                <c:pt idx="363">
                  <c:v>1786.2</c:v>
                </c:pt>
                <c:pt idx="364">
                  <c:v>1786.19</c:v>
                </c:pt>
                <c:pt idx="365">
                  <c:v>1786.19</c:v>
                </c:pt>
                <c:pt idx="366">
                  <c:v>1786.18</c:v>
                </c:pt>
                <c:pt idx="367">
                  <c:v>1786.18</c:v>
                </c:pt>
                <c:pt idx="368">
                  <c:v>1786.16</c:v>
                </c:pt>
                <c:pt idx="369">
                  <c:v>1786.12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Transbasin Diversion Outflow</c:v>
                </c:pt>
              </c:strCache>
            </c:strRef>
          </c:tx>
          <c:spPr>
            <a:ln w="22225">
              <a:solidFill>
                <a:srgbClr val="76C7C0"/>
              </a:solidFill>
            </a:ln>
          </c:spPr>
          <c:marker>
            <c:symbol val="none"/>
          </c:marker>
          <c:cat>
            <c:numRef>
              <c:f>Sheet1!$A$2:$A$371</c:f>
              <c:numCache>
                <c:formatCode>yyyy-mm-dd</c:formatCode>
                <c:ptCount val="370"/>
                <c:pt idx="0">
                  <c:v>43097.0</c:v>
                </c:pt>
                <c:pt idx="1">
                  <c:v>43098.0</c:v>
                </c:pt>
                <c:pt idx="2">
                  <c:v>43099.0</c:v>
                </c:pt>
                <c:pt idx="3">
                  <c:v>43100.0</c:v>
                </c:pt>
                <c:pt idx="4">
                  <c:v>43101.0</c:v>
                </c:pt>
                <c:pt idx="5">
                  <c:v>43102.0</c:v>
                </c:pt>
                <c:pt idx="6">
                  <c:v>43103.0</c:v>
                </c:pt>
                <c:pt idx="7">
                  <c:v>43104.0</c:v>
                </c:pt>
                <c:pt idx="8">
                  <c:v>43105.0</c:v>
                </c:pt>
                <c:pt idx="9">
                  <c:v>43106.0</c:v>
                </c:pt>
                <c:pt idx="10">
                  <c:v>43107.0</c:v>
                </c:pt>
                <c:pt idx="11">
                  <c:v>43108.0</c:v>
                </c:pt>
                <c:pt idx="12">
                  <c:v>43109.0</c:v>
                </c:pt>
                <c:pt idx="13">
                  <c:v>43110.0</c:v>
                </c:pt>
                <c:pt idx="14">
                  <c:v>43111.0</c:v>
                </c:pt>
                <c:pt idx="15">
                  <c:v>43112.0</c:v>
                </c:pt>
                <c:pt idx="16">
                  <c:v>43113.0</c:v>
                </c:pt>
                <c:pt idx="17">
                  <c:v>43114.0</c:v>
                </c:pt>
                <c:pt idx="18">
                  <c:v>43115.0</c:v>
                </c:pt>
                <c:pt idx="19">
                  <c:v>43116.0</c:v>
                </c:pt>
                <c:pt idx="20">
                  <c:v>43117.0</c:v>
                </c:pt>
                <c:pt idx="21">
                  <c:v>43118.0</c:v>
                </c:pt>
                <c:pt idx="22">
                  <c:v>43119.0</c:v>
                </c:pt>
                <c:pt idx="23">
                  <c:v>43120.0</c:v>
                </c:pt>
                <c:pt idx="24">
                  <c:v>43121.0</c:v>
                </c:pt>
                <c:pt idx="25">
                  <c:v>43122.0</c:v>
                </c:pt>
                <c:pt idx="26">
                  <c:v>43123.0</c:v>
                </c:pt>
                <c:pt idx="27">
                  <c:v>43124.0</c:v>
                </c:pt>
                <c:pt idx="28">
                  <c:v>43125.0</c:v>
                </c:pt>
                <c:pt idx="29">
                  <c:v>43126.0</c:v>
                </c:pt>
                <c:pt idx="30">
                  <c:v>43127.0</c:v>
                </c:pt>
                <c:pt idx="31">
                  <c:v>43128.0</c:v>
                </c:pt>
                <c:pt idx="32">
                  <c:v>43129.0</c:v>
                </c:pt>
                <c:pt idx="33">
                  <c:v>43130.0</c:v>
                </c:pt>
                <c:pt idx="34">
                  <c:v>43131.0</c:v>
                </c:pt>
                <c:pt idx="35">
                  <c:v>43132.0</c:v>
                </c:pt>
                <c:pt idx="36">
                  <c:v>43133.0</c:v>
                </c:pt>
                <c:pt idx="37">
                  <c:v>43134.0</c:v>
                </c:pt>
                <c:pt idx="38">
                  <c:v>43135.0</c:v>
                </c:pt>
                <c:pt idx="39">
                  <c:v>43136.0</c:v>
                </c:pt>
                <c:pt idx="40">
                  <c:v>43137.0</c:v>
                </c:pt>
                <c:pt idx="41">
                  <c:v>43138.0</c:v>
                </c:pt>
                <c:pt idx="42">
                  <c:v>43139.0</c:v>
                </c:pt>
                <c:pt idx="43">
                  <c:v>43140.0</c:v>
                </c:pt>
                <c:pt idx="44">
                  <c:v>43141.0</c:v>
                </c:pt>
                <c:pt idx="45">
                  <c:v>43142.0</c:v>
                </c:pt>
                <c:pt idx="46">
                  <c:v>43143.0</c:v>
                </c:pt>
                <c:pt idx="47">
                  <c:v>43144.0</c:v>
                </c:pt>
                <c:pt idx="48">
                  <c:v>43145.0</c:v>
                </c:pt>
                <c:pt idx="49">
                  <c:v>43146.0</c:v>
                </c:pt>
                <c:pt idx="50">
                  <c:v>43147.0</c:v>
                </c:pt>
                <c:pt idx="51">
                  <c:v>43148.0</c:v>
                </c:pt>
                <c:pt idx="52">
                  <c:v>43149.0</c:v>
                </c:pt>
                <c:pt idx="53">
                  <c:v>43150.0</c:v>
                </c:pt>
                <c:pt idx="54">
                  <c:v>43151.0</c:v>
                </c:pt>
                <c:pt idx="55">
                  <c:v>43152.0</c:v>
                </c:pt>
                <c:pt idx="56">
                  <c:v>43153.0</c:v>
                </c:pt>
                <c:pt idx="57">
                  <c:v>43154.0</c:v>
                </c:pt>
                <c:pt idx="58">
                  <c:v>43155.0</c:v>
                </c:pt>
                <c:pt idx="59">
                  <c:v>43156.0</c:v>
                </c:pt>
                <c:pt idx="60">
                  <c:v>43157.0</c:v>
                </c:pt>
                <c:pt idx="61">
                  <c:v>43158.0</c:v>
                </c:pt>
                <c:pt idx="62">
                  <c:v>43159.0</c:v>
                </c:pt>
                <c:pt idx="63">
                  <c:v>43160.0</c:v>
                </c:pt>
                <c:pt idx="64">
                  <c:v>43161.0</c:v>
                </c:pt>
                <c:pt idx="65">
                  <c:v>43162.0</c:v>
                </c:pt>
                <c:pt idx="66">
                  <c:v>43163.0</c:v>
                </c:pt>
                <c:pt idx="67">
                  <c:v>43164.0</c:v>
                </c:pt>
                <c:pt idx="68">
                  <c:v>43165.0</c:v>
                </c:pt>
                <c:pt idx="69">
                  <c:v>43166.0</c:v>
                </c:pt>
                <c:pt idx="70">
                  <c:v>43167.0</c:v>
                </c:pt>
                <c:pt idx="71">
                  <c:v>43168.0</c:v>
                </c:pt>
                <c:pt idx="72">
                  <c:v>43169.0</c:v>
                </c:pt>
                <c:pt idx="73">
                  <c:v>43170.0</c:v>
                </c:pt>
                <c:pt idx="74">
                  <c:v>43171.0</c:v>
                </c:pt>
                <c:pt idx="75">
                  <c:v>43172.0</c:v>
                </c:pt>
                <c:pt idx="76">
                  <c:v>43173.0</c:v>
                </c:pt>
                <c:pt idx="77">
                  <c:v>43174.0</c:v>
                </c:pt>
                <c:pt idx="78">
                  <c:v>43175.0</c:v>
                </c:pt>
                <c:pt idx="79">
                  <c:v>43176.0</c:v>
                </c:pt>
                <c:pt idx="80">
                  <c:v>43177.0</c:v>
                </c:pt>
                <c:pt idx="81">
                  <c:v>43178.0</c:v>
                </c:pt>
                <c:pt idx="82">
                  <c:v>43179.0</c:v>
                </c:pt>
                <c:pt idx="83">
                  <c:v>43180.0</c:v>
                </c:pt>
                <c:pt idx="84">
                  <c:v>43181.0</c:v>
                </c:pt>
                <c:pt idx="85">
                  <c:v>43182.0</c:v>
                </c:pt>
                <c:pt idx="86">
                  <c:v>43183.0</c:v>
                </c:pt>
                <c:pt idx="87">
                  <c:v>43184.0</c:v>
                </c:pt>
                <c:pt idx="88">
                  <c:v>43185.0</c:v>
                </c:pt>
                <c:pt idx="89">
                  <c:v>43186.0</c:v>
                </c:pt>
                <c:pt idx="90">
                  <c:v>43187.0</c:v>
                </c:pt>
                <c:pt idx="91">
                  <c:v>43188.0</c:v>
                </c:pt>
                <c:pt idx="92">
                  <c:v>43189.0</c:v>
                </c:pt>
                <c:pt idx="93">
                  <c:v>43190.0</c:v>
                </c:pt>
                <c:pt idx="94">
                  <c:v>43191.0</c:v>
                </c:pt>
                <c:pt idx="95">
                  <c:v>43192.0</c:v>
                </c:pt>
                <c:pt idx="96">
                  <c:v>43193.0</c:v>
                </c:pt>
                <c:pt idx="97">
                  <c:v>43194.0</c:v>
                </c:pt>
                <c:pt idx="98">
                  <c:v>43195.0</c:v>
                </c:pt>
                <c:pt idx="99">
                  <c:v>43196.0</c:v>
                </c:pt>
                <c:pt idx="100">
                  <c:v>43197.0</c:v>
                </c:pt>
                <c:pt idx="101">
                  <c:v>43198.0</c:v>
                </c:pt>
                <c:pt idx="102">
                  <c:v>43199.0</c:v>
                </c:pt>
                <c:pt idx="103">
                  <c:v>43200.0</c:v>
                </c:pt>
                <c:pt idx="104">
                  <c:v>43201.0</c:v>
                </c:pt>
                <c:pt idx="105">
                  <c:v>43202.0</c:v>
                </c:pt>
                <c:pt idx="106">
                  <c:v>43203.0</c:v>
                </c:pt>
                <c:pt idx="107">
                  <c:v>43204.0</c:v>
                </c:pt>
                <c:pt idx="108">
                  <c:v>43205.0</c:v>
                </c:pt>
                <c:pt idx="109">
                  <c:v>43206.0</c:v>
                </c:pt>
                <c:pt idx="110">
                  <c:v>43207.0</c:v>
                </c:pt>
                <c:pt idx="111">
                  <c:v>43208.0</c:v>
                </c:pt>
                <c:pt idx="112">
                  <c:v>43209.0</c:v>
                </c:pt>
                <c:pt idx="113">
                  <c:v>43210.0</c:v>
                </c:pt>
                <c:pt idx="114">
                  <c:v>43211.0</c:v>
                </c:pt>
                <c:pt idx="115">
                  <c:v>43212.0</c:v>
                </c:pt>
                <c:pt idx="116">
                  <c:v>43213.0</c:v>
                </c:pt>
                <c:pt idx="117">
                  <c:v>43214.0</c:v>
                </c:pt>
                <c:pt idx="118">
                  <c:v>43215.0</c:v>
                </c:pt>
                <c:pt idx="119">
                  <c:v>43216.0</c:v>
                </c:pt>
                <c:pt idx="120">
                  <c:v>43217.0</c:v>
                </c:pt>
                <c:pt idx="121">
                  <c:v>43218.0</c:v>
                </c:pt>
                <c:pt idx="122">
                  <c:v>43219.0</c:v>
                </c:pt>
                <c:pt idx="123">
                  <c:v>43220.0</c:v>
                </c:pt>
                <c:pt idx="124">
                  <c:v>43221.0</c:v>
                </c:pt>
                <c:pt idx="125">
                  <c:v>43222.0</c:v>
                </c:pt>
                <c:pt idx="126">
                  <c:v>43223.0</c:v>
                </c:pt>
                <c:pt idx="127">
                  <c:v>43224.0</c:v>
                </c:pt>
                <c:pt idx="128">
                  <c:v>43225.0</c:v>
                </c:pt>
                <c:pt idx="129">
                  <c:v>43226.0</c:v>
                </c:pt>
                <c:pt idx="130">
                  <c:v>43227.0</c:v>
                </c:pt>
                <c:pt idx="131">
                  <c:v>43228.0</c:v>
                </c:pt>
                <c:pt idx="132">
                  <c:v>43229.0</c:v>
                </c:pt>
                <c:pt idx="133">
                  <c:v>43230.0</c:v>
                </c:pt>
                <c:pt idx="134">
                  <c:v>43231.0</c:v>
                </c:pt>
                <c:pt idx="135">
                  <c:v>43232.0</c:v>
                </c:pt>
                <c:pt idx="136">
                  <c:v>43233.0</c:v>
                </c:pt>
                <c:pt idx="137">
                  <c:v>43234.0</c:v>
                </c:pt>
                <c:pt idx="138">
                  <c:v>43235.0</c:v>
                </c:pt>
                <c:pt idx="139">
                  <c:v>43236.0</c:v>
                </c:pt>
                <c:pt idx="140">
                  <c:v>43237.0</c:v>
                </c:pt>
                <c:pt idx="141">
                  <c:v>43238.0</c:v>
                </c:pt>
                <c:pt idx="142">
                  <c:v>43239.0</c:v>
                </c:pt>
                <c:pt idx="143">
                  <c:v>43240.0</c:v>
                </c:pt>
                <c:pt idx="144">
                  <c:v>43241.0</c:v>
                </c:pt>
                <c:pt idx="145">
                  <c:v>43242.0</c:v>
                </c:pt>
                <c:pt idx="146">
                  <c:v>43243.0</c:v>
                </c:pt>
                <c:pt idx="147">
                  <c:v>43244.0</c:v>
                </c:pt>
                <c:pt idx="148">
                  <c:v>43245.0</c:v>
                </c:pt>
                <c:pt idx="149">
                  <c:v>43246.0</c:v>
                </c:pt>
                <c:pt idx="150">
                  <c:v>43247.0</c:v>
                </c:pt>
                <c:pt idx="151">
                  <c:v>43248.0</c:v>
                </c:pt>
                <c:pt idx="152">
                  <c:v>43249.0</c:v>
                </c:pt>
                <c:pt idx="153">
                  <c:v>43250.0</c:v>
                </c:pt>
                <c:pt idx="154">
                  <c:v>43251.0</c:v>
                </c:pt>
                <c:pt idx="155">
                  <c:v>43252.0</c:v>
                </c:pt>
                <c:pt idx="156">
                  <c:v>43253.0</c:v>
                </c:pt>
                <c:pt idx="157">
                  <c:v>43254.0</c:v>
                </c:pt>
                <c:pt idx="158">
                  <c:v>43255.0</c:v>
                </c:pt>
                <c:pt idx="159">
                  <c:v>43256.0</c:v>
                </c:pt>
                <c:pt idx="160">
                  <c:v>43257.0</c:v>
                </c:pt>
                <c:pt idx="161">
                  <c:v>43258.0</c:v>
                </c:pt>
                <c:pt idx="162">
                  <c:v>43259.0</c:v>
                </c:pt>
                <c:pt idx="163">
                  <c:v>43260.0</c:v>
                </c:pt>
                <c:pt idx="164">
                  <c:v>43261.0</c:v>
                </c:pt>
                <c:pt idx="165">
                  <c:v>43262.0</c:v>
                </c:pt>
                <c:pt idx="166">
                  <c:v>43263.0</c:v>
                </c:pt>
                <c:pt idx="167">
                  <c:v>43264.0</c:v>
                </c:pt>
                <c:pt idx="168">
                  <c:v>43265.0</c:v>
                </c:pt>
                <c:pt idx="169">
                  <c:v>43266.0</c:v>
                </c:pt>
                <c:pt idx="170">
                  <c:v>43267.0</c:v>
                </c:pt>
                <c:pt idx="171">
                  <c:v>43268.0</c:v>
                </c:pt>
                <c:pt idx="172">
                  <c:v>43269.0</c:v>
                </c:pt>
                <c:pt idx="173">
                  <c:v>43270.0</c:v>
                </c:pt>
                <c:pt idx="174">
                  <c:v>43271.0</c:v>
                </c:pt>
                <c:pt idx="175">
                  <c:v>43272.0</c:v>
                </c:pt>
                <c:pt idx="176">
                  <c:v>43273.0</c:v>
                </c:pt>
                <c:pt idx="177">
                  <c:v>43274.0</c:v>
                </c:pt>
                <c:pt idx="178">
                  <c:v>43275.0</c:v>
                </c:pt>
                <c:pt idx="179">
                  <c:v>43276.0</c:v>
                </c:pt>
                <c:pt idx="180">
                  <c:v>43277.0</c:v>
                </c:pt>
                <c:pt idx="181">
                  <c:v>43278.0</c:v>
                </c:pt>
                <c:pt idx="182">
                  <c:v>43279.0</c:v>
                </c:pt>
                <c:pt idx="183">
                  <c:v>43280.0</c:v>
                </c:pt>
                <c:pt idx="184">
                  <c:v>43281.0</c:v>
                </c:pt>
                <c:pt idx="185">
                  <c:v>43282.0</c:v>
                </c:pt>
                <c:pt idx="186">
                  <c:v>43283.0</c:v>
                </c:pt>
                <c:pt idx="187">
                  <c:v>43284.0</c:v>
                </c:pt>
                <c:pt idx="188">
                  <c:v>43285.0</c:v>
                </c:pt>
                <c:pt idx="189">
                  <c:v>43286.0</c:v>
                </c:pt>
                <c:pt idx="190">
                  <c:v>43287.0</c:v>
                </c:pt>
                <c:pt idx="191">
                  <c:v>43288.0</c:v>
                </c:pt>
                <c:pt idx="192">
                  <c:v>43289.0</c:v>
                </c:pt>
                <c:pt idx="193">
                  <c:v>43290.0</c:v>
                </c:pt>
                <c:pt idx="194">
                  <c:v>43291.0</c:v>
                </c:pt>
                <c:pt idx="195">
                  <c:v>43292.0</c:v>
                </c:pt>
                <c:pt idx="196">
                  <c:v>43293.0</c:v>
                </c:pt>
                <c:pt idx="197">
                  <c:v>43294.0</c:v>
                </c:pt>
                <c:pt idx="198">
                  <c:v>43295.0</c:v>
                </c:pt>
                <c:pt idx="199">
                  <c:v>43296.0</c:v>
                </c:pt>
                <c:pt idx="200">
                  <c:v>43297.0</c:v>
                </c:pt>
                <c:pt idx="201">
                  <c:v>43298.0</c:v>
                </c:pt>
                <c:pt idx="202">
                  <c:v>43299.0</c:v>
                </c:pt>
                <c:pt idx="203">
                  <c:v>43300.0</c:v>
                </c:pt>
                <c:pt idx="204">
                  <c:v>43301.0</c:v>
                </c:pt>
                <c:pt idx="205">
                  <c:v>43302.0</c:v>
                </c:pt>
                <c:pt idx="206">
                  <c:v>43303.0</c:v>
                </c:pt>
                <c:pt idx="207">
                  <c:v>43304.0</c:v>
                </c:pt>
                <c:pt idx="208">
                  <c:v>43305.0</c:v>
                </c:pt>
                <c:pt idx="209">
                  <c:v>43306.0</c:v>
                </c:pt>
                <c:pt idx="210">
                  <c:v>43307.0</c:v>
                </c:pt>
                <c:pt idx="211">
                  <c:v>43308.0</c:v>
                </c:pt>
                <c:pt idx="212">
                  <c:v>43309.0</c:v>
                </c:pt>
                <c:pt idx="213">
                  <c:v>43310.0</c:v>
                </c:pt>
                <c:pt idx="214">
                  <c:v>43311.0</c:v>
                </c:pt>
                <c:pt idx="215">
                  <c:v>43312.0</c:v>
                </c:pt>
                <c:pt idx="216">
                  <c:v>43313.0</c:v>
                </c:pt>
                <c:pt idx="217">
                  <c:v>43314.0</c:v>
                </c:pt>
                <c:pt idx="218">
                  <c:v>43315.0</c:v>
                </c:pt>
                <c:pt idx="219">
                  <c:v>43316.0</c:v>
                </c:pt>
                <c:pt idx="220">
                  <c:v>43317.0</c:v>
                </c:pt>
                <c:pt idx="221">
                  <c:v>43318.0</c:v>
                </c:pt>
                <c:pt idx="222">
                  <c:v>43319.0</c:v>
                </c:pt>
                <c:pt idx="223">
                  <c:v>43320.0</c:v>
                </c:pt>
                <c:pt idx="224">
                  <c:v>43321.0</c:v>
                </c:pt>
                <c:pt idx="225">
                  <c:v>43322.0</c:v>
                </c:pt>
                <c:pt idx="226">
                  <c:v>43323.0</c:v>
                </c:pt>
                <c:pt idx="227">
                  <c:v>43324.0</c:v>
                </c:pt>
                <c:pt idx="228">
                  <c:v>43325.0</c:v>
                </c:pt>
                <c:pt idx="229">
                  <c:v>43326.0</c:v>
                </c:pt>
                <c:pt idx="230">
                  <c:v>43327.0</c:v>
                </c:pt>
                <c:pt idx="231">
                  <c:v>43328.0</c:v>
                </c:pt>
                <c:pt idx="232">
                  <c:v>43329.0</c:v>
                </c:pt>
                <c:pt idx="233">
                  <c:v>43330.0</c:v>
                </c:pt>
                <c:pt idx="234">
                  <c:v>43331.0</c:v>
                </c:pt>
                <c:pt idx="235">
                  <c:v>43332.0</c:v>
                </c:pt>
                <c:pt idx="236">
                  <c:v>43333.0</c:v>
                </c:pt>
                <c:pt idx="237">
                  <c:v>43334.0</c:v>
                </c:pt>
                <c:pt idx="238">
                  <c:v>43335.0</c:v>
                </c:pt>
                <c:pt idx="239">
                  <c:v>43336.0</c:v>
                </c:pt>
                <c:pt idx="240">
                  <c:v>43337.0</c:v>
                </c:pt>
                <c:pt idx="241">
                  <c:v>43338.0</c:v>
                </c:pt>
                <c:pt idx="242">
                  <c:v>43339.0</c:v>
                </c:pt>
                <c:pt idx="243">
                  <c:v>43340.0</c:v>
                </c:pt>
                <c:pt idx="244">
                  <c:v>43341.0</c:v>
                </c:pt>
                <c:pt idx="245">
                  <c:v>43342.0</c:v>
                </c:pt>
                <c:pt idx="246">
                  <c:v>43343.0</c:v>
                </c:pt>
                <c:pt idx="247">
                  <c:v>43344.0</c:v>
                </c:pt>
                <c:pt idx="248">
                  <c:v>43345.0</c:v>
                </c:pt>
                <c:pt idx="249">
                  <c:v>43346.0</c:v>
                </c:pt>
                <c:pt idx="250">
                  <c:v>43347.0</c:v>
                </c:pt>
                <c:pt idx="251">
                  <c:v>43348.0</c:v>
                </c:pt>
                <c:pt idx="252">
                  <c:v>43349.0</c:v>
                </c:pt>
                <c:pt idx="253">
                  <c:v>43350.0</c:v>
                </c:pt>
                <c:pt idx="254">
                  <c:v>43351.0</c:v>
                </c:pt>
                <c:pt idx="255">
                  <c:v>43352.0</c:v>
                </c:pt>
                <c:pt idx="256">
                  <c:v>43353.0</c:v>
                </c:pt>
                <c:pt idx="257">
                  <c:v>43354.0</c:v>
                </c:pt>
                <c:pt idx="258">
                  <c:v>43355.0</c:v>
                </c:pt>
                <c:pt idx="259">
                  <c:v>43356.0</c:v>
                </c:pt>
                <c:pt idx="260">
                  <c:v>43357.0</c:v>
                </c:pt>
                <c:pt idx="261">
                  <c:v>43358.0</c:v>
                </c:pt>
                <c:pt idx="262">
                  <c:v>43359.0</c:v>
                </c:pt>
                <c:pt idx="263">
                  <c:v>43360.0</c:v>
                </c:pt>
                <c:pt idx="264">
                  <c:v>43361.0</c:v>
                </c:pt>
                <c:pt idx="265">
                  <c:v>43362.0</c:v>
                </c:pt>
                <c:pt idx="266">
                  <c:v>43363.0</c:v>
                </c:pt>
                <c:pt idx="267">
                  <c:v>43364.0</c:v>
                </c:pt>
                <c:pt idx="268">
                  <c:v>43365.0</c:v>
                </c:pt>
                <c:pt idx="269">
                  <c:v>43366.0</c:v>
                </c:pt>
                <c:pt idx="270">
                  <c:v>43367.0</c:v>
                </c:pt>
                <c:pt idx="271">
                  <c:v>43368.0</c:v>
                </c:pt>
                <c:pt idx="272">
                  <c:v>43369.0</c:v>
                </c:pt>
                <c:pt idx="273">
                  <c:v>43370.0</c:v>
                </c:pt>
                <c:pt idx="274">
                  <c:v>43371.0</c:v>
                </c:pt>
                <c:pt idx="275">
                  <c:v>43372.0</c:v>
                </c:pt>
                <c:pt idx="276">
                  <c:v>43373.0</c:v>
                </c:pt>
                <c:pt idx="277">
                  <c:v>43374.0</c:v>
                </c:pt>
                <c:pt idx="278">
                  <c:v>43375.0</c:v>
                </c:pt>
                <c:pt idx="279">
                  <c:v>43376.0</c:v>
                </c:pt>
                <c:pt idx="280">
                  <c:v>43377.0</c:v>
                </c:pt>
                <c:pt idx="281">
                  <c:v>43378.0</c:v>
                </c:pt>
                <c:pt idx="282">
                  <c:v>43379.0</c:v>
                </c:pt>
                <c:pt idx="283">
                  <c:v>43380.0</c:v>
                </c:pt>
                <c:pt idx="284">
                  <c:v>43381.0</c:v>
                </c:pt>
                <c:pt idx="285">
                  <c:v>43382.0</c:v>
                </c:pt>
                <c:pt idx="286">
                  <c:v>43383.0</c:v>
                </c:pt>
                <c:pt idx="287">
                  <c:v>43384.0</c:v>
                </c:pt>
                <c:pt idx="288">
                  <c:v>43385.0</c:v>
                </c:pt>
                <c:pt idx="289">
                  <c:v>43386.0</c:v>
                </c:pt>
                <c:pt idx="290">
                  <c:v>43387.0</c:v>
                </c:pt>
                <c:pt idx="291">
                  <c:v>43388.0</c:v>
                </c:pt>
                <c:pt idx="292">
                  <c:v>43389.0</c:v>
                </c:pt>
                <c:pt idx="293">
                  <c:v>43390.0</c:v>
                </c:pt>
                <c:pt idx="294">
                  <c:v>43391.0</c:v>
                </c:pt>
                <c:pt idx="295">
                  <c:v>43392.0</c:v>
                </c:pt>
                <c:pt idx="296">
                  <c:v>43393.0</c:v>
                </c:pt>
                <c:pt idx="297">
                  <c:v>43394.0</c:v>
                </c:pt>
                <c:pt idx="298">
                  <c:v>43395.0</c:v>
                </c:pt>
                <c:pt idx="299">
                  <c:v>43396.0</c:v>
                </c:pt>
                <c:pt idx="300">
                  <c:v>43397.0</c:v>
                </c:pt>
                <c:pt idx="301">
                  <c:v>43398.0</c:v>
                </c:pt>
                <c:pt idx="302">
                  <c:v>43399.0</c:v>
                </c:pt>
                <c:pt idx="303">
                  <c:v>43400.0</c:v>
                </c:pt>
                <c:pt idx="304">
                  <c:v>43401.0</c:v>
                </c:pt>
                <c:pt idx="305">
                  <c:v>43402.0</c:v>
                </c:pt>
                <c:pt idx="306">
                  <c:v>43403.0</c:v>
                </c:pt>
                <c:pt idx="307">
                  <c:v>43404.0</c:v>
                </c:pt>
                <c:pt idx="308">
                  <c:v>43405.0</c:v>
                </c:pt>
                <c:pt idx="309">
                  <c:v>43406.0</c:v>
                </c:pt>
                <c:pt idx="310">
                  <c:v>43407.0</c:v>
                </c:pt>
                <c:pt idx="311">
                  <c:v>43408.0</c:v>
                </c:pt>
                <c:pt idx="312">
                  <c:v>43409.0</c:v>
                </c:pt>
                <c:pt idx="313">
                  <c:v>43410.0</c:v>
                </c:pt>
                <c:pt idx="314">
                  <c:v>43411.0</c:v>
                </c:pt>
                <c:pt idx="315">
                  <c:v>43412.0</c:v>
                </c:pt>
                <c:pt idx="316">
                  <c:v>43413.0</c:v>
                </c:pt>
                <c:pt idx="317">
                  <c:v>43414.0</c:v>
                </c:pt>
                <c:pt idx="318">
                  <c:v>43415.0</c:v>
                </c:pt>
                <c:pt idx="319">
                  <c:v>43416.0</c:v>
                </c:pt>
                <c:pt idx="320">
                  <c:v>43417.0</c:v>
                </c:pt>
                <c:pt idx="321">
                  <c:v>43418.0</c:v>
                </c:pt>
                <c:pt idx="322">
                  <c:v>43419.0</c:v>
                </c:pt>
                <c:pt idx="323">
                  <c:v>43420.0</c:v>
                </c:pt>
                <c:pt idx="324">
                  <c:v>43421.0</c:v>
                </c:pt>
                <c:pt idx="325">
                  <c:v>43422.0</c:v>
                </c:pt>
                <c:pt idx="326">
                  <c:v>43423.0</c:v>
                </c:pt>
                <c:pt idx="327">
                  <c:v>43424.0</c:v>
                </c:pt>
                <c:pt idx="328">
                  <c:v>43425.0</c:v>
                </c:pt>
                <c:pt idx="329">
                  <c:v>43426.0</c:v>
                </c:pt>
                <c:pt idx="330">
                  <c:v>43427.0</c:v>
                </c:pt>
                <c:pt idx="331">
                  <c:v>43428.0</c:v>
                </c:pt>
                <c:pt idx="332">
                  <c:v>43429.0</c:v>
                </c:pt>
                <c:pt idx="333">
                  <c:v>43430.0</c:v>
                </c:pt>
                <c:pt idx="334">
                  <c:v>43431.0</c:v>
                </c:pt>
                <c:pt idx="335">
                  <c:v>43432.0</c:v>
                </c:pt>
                <c:pt idx="336">
                  <c:v>43433.0</c:v>
                </c:pt>
                <c:pt idx="337">
                  <c:v>43434.0</c:v>
                </c:pt>
                <c:pt idx="338">
                  <c:v>43435.0</c:v>
                </c:pt>
                <c:pt idx="339">
                  <c:v>43436.0</c:v>
                </c:pt>
                <c:pt idx="340">
                  <c:v>43437.0</c:v>
                </c:pt>
                <c:pt idx="341">
                  <c:v>43438.0</c:v>
                </c:pt>
                <c:pt idx="342">
                  <c:v>43439.0</c:v>
                </c:pt>
                <c:pt idx="343">
                  <c:v>43440.0</c:v>
                </c:pt>
                <c:pt idx="344">
                  <c:v>43441.0</c:v>
                </c:pt>
                <c:pt idx="345">
                  <c:v>43442.0</c:v>
                </c:pt>
                <c:pt idx="346">
                  <c:v>43443.0</c:v>
                </c:pt>
                <c:pt idx="347">
                  <c:v>43444.0</c:v>
                </c:pt>
                <c:pt idx="348">
                  <c:v>43445.0</c:v>
                </c:pt>
                <c:pt idx="349">
                  <c:v>43446.0</c:v>
                </c:pt>
                <c:pt idx="350">
                  <c:v>43447.0</c:v>
                </c:pt>
                <c:pt idx="351">
                  <c:v>43448.0</c:v>
                </c:pt>
                <c:pt idx="352">
                  <c:v>43449.0</c:v>
                </c:pt>
                <c:pt idx="353">
                  <c:v>43450.0</c:v>
                </c:pt>
                <c:pt idx="354">
                  <c:v>43451.0</c:v>
                </c:pt>
                <c:pt idx="355">
                  <c:v>43452.0</c:v>
                </c:pt>
                <c:pt idx="356">
                  <c:v>43453.0</c:v>
                </c:pt>
                <c:pt idx="357">
                  <c:v>43454.0</c:v>
                </c:pt>
                <c:pt idx="358">
                  <c:v>43455.0</c:v>
                </c:pt>
                <c:pt idx="359">
                  <c:v>43456.0</c:v>
                </c:pt>
                <c:pt idx="360">
                  <c:v>43457.0</c:v>
                </c:pt>
                <c:pt idx="361">
                  <c:v>43458.0</c:v>
                </c:pt>
                <c:pt idx="362">
                  <c:v>43459.0</c:v>
                </c:pt>
                <c:pt idx="363">
                  <c:v>43460.0</c:v>
                </c:pt>
                <c:pt idx="364">
                  <c:v>43461.0</c:v>
                </c:pt>
                <c:pt idx="365">
                  <c:v>43462.0</c:v>
                </c:pt>
                <c:pt idx="366">
                  <c:v>43463.0</c:v>
                </c:pt>
                <c:pt idx="367">
                  <c:v>43464.0</c:v>
                </c:pt>
                <c:pt idx="368">
                  <c:v>43465.0</c:v>
                </c:pt>
                <c:pt idx="369">
                  <c:v>43466.0</c:v>
                </c:pt>
              </c:numCache>
            </c:numRef>
          </c:cat>
          <c:val>
            <c:numRef>
              <c:f>Sheet1!$C$2:$C$371</c:f>
              <c:numCache>
                <c:formatCode>General</c:formatCode>
                <c:ptCount val="370"/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  <c:pt idx="36">
                  <c:v>0.0</c:v>
                </c:pt>
                <c:pt idx="37">
                  <c:v>0.0</c:v>
                </c:pt>
                <c:pt idx="38">
                  <c:v>0.0</c:v>
                </c:pt>
                <c:pt idx="39">
                  <c:v>0.0</c:v>
                </c:pt>
                <c:pt idx="40">
                  <c:v>0.0</c:v>
                </c:pt>
                <c:pt idx="41">
                  <c:v>0.0</c:v>
                </c:pt>
                <c:pt idx="42">
                  <c:v>0.0</c:v>
                </c:pt>
                <c:pt idx="43">
                  <c:v>0.0</c:v>
                </c:pt>
                <c:pt idx="44">
                  <c:v>0.0</c:v>
                </c:pt>
                <c:pt idx="45">
                  <c:v>0.0</c:v>
                </c:pt>
                <c:pt idx="46">
                  <c:v>0.0</c:v>
                </c:pt>
                <c:pt idx="47">
                  <c:v>0.0</c:v>
                </c:pt>
                <c:pt idx="48">
                  <c:v>0.0</c:v>
                </c:pt>
                <c:pt idx="49">
                  <c:v>0.0</c:v>
                </c:pt>
                <c:pt idx="50">
                  <c:v>0.0</c:v>
                </c:pt>
                <c:pt idx="51">
                  <c:v>0.0</c:v>
                </c:pt>
                <c:pt idx="52">
                  <c:v>0.0</c:v>
                </c:pt>
                <c:pt idx="53">
                  <c:v>0.0</c:v>
                </c:pt>
                <c:pt idx="54">
                  <c:v>0.0</c:v>
                </c:pt>
                <c:pt idx="55">
                  <c:v>0.0</c:v>
                </c:pt>
                <c:pt idx="56">
                  <c:v>0.0</c:v>
                </c:pt>
                <c:pt idx="57">
                  <c:v>0.0</c:v>
                </c:pt>
                <c:pt idx="58">
                  <c:v>0.0</c:v>
                </c:pt>
                <c:pt idx="59">
                  <c:v>0.0</c:v>
                </c:pt>
                <c:pt idx="60">
                  <c:v>0.0</c:v>
                </c:pt>
                <c:pt idx="61">
                  <c:v>0.0</c:v>
                </c:pt>
                <c:pt idx="62">
                  <c:v>0.0</c:v>
                </c:pt>
                <c:pt idx="63">
                  <c:v>0.0</c:v>
                </c:pt>
                <c:pt idx="64">
                  <c:v>0.0</c:v>
                </c:pt>
                <c:pt idx="65">
                  <c:v>0.0</c:v>
                </c:pt>
                <c:pt idx="66">
                  <c:v>0.0</c:v>
                </c:pt>
                <c:pt idx="67">
                  <c:v>0.0</c:v>
                </c:pt>
                <c:pt idx="68">
                  <c:v>0.0</c:v>
                </c:pt>
                <c:pt idx="69">
                  <c:v>0.0</c:v>
                </c:pt>
                <c:pt idx="70">
                  <c:v>0.0</c:v>
                </c:pt>
                <c:pt idx="71">
                  <c:v>0.0</c:v>
                </c:pt>
                <c:pt idx="72">
                  <c:v>0.0</c:v>
                </c:pt>
                <c:pt idx="73">
                  <c:v>0.0</c:v>
                </c:pt>
                <c:pt idx="74">
                  <c:v>0.0</c:v>
                </c:pt>
                <c:pt idx="75">
                  <c:v>0.0</c:v>
                </c:pt>
                <c:pt idx="76">
                  <c:v>0.0</c:v>
                </c:pt>
                <c:pt idx="77">
                  <c:v>0.0</c:v>
                </c:pt>
                <c:pt idx="78">
                  <c:v>0.0</c:v>
                </c:pt>
                <c:pt idx="79">
                  <c:v>0.0</c:v>
                </c:pt>
                <c:pt idx="80">
                  <c:v>0.0</c:v>
                </c:pt>
                <c:pt idx="81">
                  <c:v>0.0</c:v>
                </c:pt>
                <c:pt idx="82">
                  <c:v>0.0</c:v>
                </c:pt>
                <c:pt idx="83">
                  <c:v>0.0</c:v>
                </c:pt>
                <c:pt idx="84">
                  <c:v>0.0</c:v>
                </c:pt>
                <c:pt idx="85">
                  <c:v>0.0</c:v>
                </c:pt>
                <c:pt idx="86">
                  <c:v>0.0</c:v>
                </c:pt>
                <c:pt idx="87">
                  <c:v>0.0</c:v>
                </c:pt>
                <c:pt idx="88">
                  <c:v>0.0</c:v>
                </c:pt>
                <c:pt idx="89">
                  <c:v>0.0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100.694</c:v>
                </c:pt>
                <c:pt idx="96">
                  <c:v>100.694</c:v>
                </c:pt>
                <c:pt idx="97">
                  <c:v>100.694</c:v>
                </c:pt>
                <c:pt idx="98">
                  <c:v>100.694</c:v>
                </c:pt>
                <c:pt idx="99">
                  <c:v>100.694</c:v>
                </c:pt>
                <c:pt idx="100">
                  <c:v>100.694</c:v>
                </c:pt>
                <c:pt idx="101">
                  <c:v>100.694</c:v>
                </c:pt>
                <c:pt idx="102">
                  <c:v>100.694</c:v>
                </c:pt>
                <c:pt idx="103">
                  <c:v>100.694</c:v>
                </c:pt>
                <c:pt idx="104">
                  <c:v>100.694</c:v>
                </c:pt>
                <c:pt idx="105">
                  <c:v>100.694</c:v>
                </c:pt>
                <c:pt idx="106">
                  <c:v>100.694</c:v>
                </c:pt>
                <c:pt idx="107">
                  <c:v>100.694</c:v>
                </c:pt>
                <c:pt idx="108">
                  <c:v>100.694</c:v>
                </c:pt>
                <c:pt idx="109">
                  <c:v>100.694</c:v>
                </c:pt>
                <c:pt idx="110">
                  <c:v>100.694</c:v>
                </c:pt>
                <c:pt idx="111">
                  <c:v>100.694</c:v>
                </c:pt>
                <c:pt idx="112">
                  <c:v>100.694</c:v>
                </c:pt>
                <c:pt idx="113">
                  <c:v>100.694</c:v>
                </c:pt>
                <c:pt idx="114">
                  <c:v>100.694</c:v>
                </c:pt>
                <c:pt idx="115">
                  <c:v>100.694</c:v>
                </c:pt>
                <c:pt idx="116">
                  <c:v>100.694</c:v>
                </c:pt>
                <c:pt idx="117">
                  <c:v>100.694</c:v>
                </c:pt>
                <c:pt idx="118">
                  <c:v>100.694</c:v>
                </c:pt>
                <c:pt idx="119">
                  <c:v>100.694</c:v>
                </c:pt>
                <c:pt idx="120">
                  <c:v>100.694</c:v>
                </c:pt>
                <c:pt idx="121">
                  <c:v>100.694</c:v>
                </c:pt>
                <c:pt idx="122">
                  <c:v>100.694</c:v>
                </c:pt>
                <c:pt idx="123">
                  <c:v>100.694</c:v>
                </c:pt>
                <c:pt idx="124">
                  <c:v>100.694</c:v>
                </c:pt>
                <c:pt idx="125">
                  <c:v>193.212</c:v>
                </c:pt>
                <c:pt idx="126">
                  <c:v>193.212</c:v>
                </c:pt>
                <c:pt idx="127">
                  <c:v>193.212</c:v>
                </c:pt>
                <c:pt idx="128">
                  <c:v>193.212</c:v>
                </c:pt>
                <c:pt idx="129">
                  <c:v>193.212</c:v>
                </c:pt>
                <c:pt idx="130">
                  <c:v>193.212</c:v>
                </c:pt>
                <c:pt idx="131">
                  <c:v>193.212</c:v>
                </c:pt>
                <c:pt idx="132">
                  <c:v>193.212</c:v>
                </c:pt>
                <c:pt idx="133">
                  <c:v>193.212</c:v>
                </c:pt>
                <c:pt idx="134">
                  <c:v>193.212</c:v>
                </c:pt>
                <c:pt idx="135">
                  <c:v>193.212</c:v>
                </c:pt>
                <c:pt idx="136">
                  <c:v>193.212</c:v>
                </c:pt>
                <c:pt idx="137">
                  <c:v>193.212</c:v>
                </c:pt>
                <c:pt idx="138">
                  <c:v>193.212</c:v>
                </c:pt>
                <c:pt idx="139">
                  <c:v>193.212</c:v>
                </c:pt>
                <c:pt idx="140">
                  <c:v>193.212</c:v>
                </c:pt>
                <c:pt idx="141">
                  <c:v>193.212</c:v>
                </c:pt>
                <c:pt idx="142">
                  <c:v>193.212</c:v>
                </c:pt>
                <c:pt idx="143">
                  <c:v>193.212</c:v>
                </c:pt>
                <c:pt idx="144">
                  <c:v>193.212</c:v>
                </c:pt>
                <c:pt idx="145">
                  <c:v>193.212</c:v>
                </c:pt>
                <c:pt idx="146">
                  <c:v>193.212</c:v>
                </c:pt>
                <c:pt idx="147">
                  <c:v>193.212</c:v>
                </c:pt>
                <c:pt idx="148">
                  <c:v>193.212</c:v>
                </c:pt>
                <c:pt idx="149">
                  <c:v>193.212</c:v>
                </c:pt>
                <c:pt idx="150">
                  <c:v>193.212</c:v>
                </c:pt>
                <c:pt idx="151">
                  <c:v>193.212</c:v>
                </c:pt>
                <c:pt idx="152">
                  <c:v>193.212</c:v>
                </c:pt>
                <c:pt idx="153">
                  <c:v>193.212</c:v>
                </c:pt>
                <c:pt idx="154">
                  <c:v>193.212</c:v>
                </c:pt>
                <c:pt idx="155">
                  <c:v>193.212</c:v>
                </c:pt>
                <c:pt idx="156">
                  <c:v>194.444</c:v>
                </c:pt>
                <c:pt idx="157">
                  <c:v>194.444</c:v>
                </c:pt>
                <c:pt idx="158">
                  <c:v>194.444</c:v>
                </c:pt>
                <c:pt idx="159">
                  <c:v>194.444</c:v>
                </c:pt>
                <c:pt idx="160">
                  <c:v>194.444</c:v>
                </c:pt>
                <c:pt idx="161">
                  <c:v>194.444</c:v>
                </c:pt>
                <c:pt idx="162">
                  <c:v>194.444</c:v>
                </c:pt>
                <c:pt idx="163">
                  <c:v>194.444</c:v>
                </c:pt>
                <c:pt idx="164">
                  <c:v>194.444</c:v>
                </c:pt>
                <c:pt idx="165">
                  <c:v>194.444</c:v>
                </c:pt>
                <c:pt idx="166">
                  <c:v>194.444</c:v>
                </c:pt>
                <c:pt idx="167">
                  <c:v>194.444</c:v>
                </c:pt>
                <c:pt idx="168">
                  <c:v>194.444</c:v>
                </c:pt>
                <c:pt idx="169">
                  <c:v>194.444</c:v>
                </c:pt>
                <c:pt idx="170">
                  <c:v>194.444</c:v>
                </c:pt>
                <c:pt idx="171">
                  <c:v>194.444</c:v>
                </c:pt>
                <c:pt idx="172">
                  <c:v>194.444</c:v>
                </c:pt>
                <c:pt idx="173">
                  <c:v>194.444</c:v>
                </c:pt>
                <c:pt idx="174">
                  <c:v>194.444</c:v>
                </c:pt>
                <c:pt idx="175">
                  <c:v>194.444</c:v>
                </c:pt>
                <c:pt idx="176">
                  <c:v>194.444</c:v>
                </c:pt>
                <c:pt idx="177">
                  <c:v>194.444</c:v>
                </c:pt>
                <c:pt idx="178">
                  <c:v>194.444</c:v>
                </c:pt>
                <c:pt idx="179">
                  <c:v>194.444</c:v>
                </c:pt>
                <c:pt idx="180">
                  <c:v>194.444</c:v>
                </c:pt>
                <c:pt idx="181">
                  <c:v>194.444</c:v>
                </c:pt>
                <c:pt idx="182">
                  <c:v>194.444</c:v>
                </c:pt>
                <c:pt idx="183">
                  <c:v>194.444</c:v>
                </c:pt>
                <c:pt idx="184">
                  <c:v>194.444</c:v>
                </c:pt>
                <c:pt idx="185">
                  <c:v>194.444</c:v>
                </c:pt>
                <c:pt idx="186">
                  <c:v>210.013</c:v>
                </c:pt>
                <c:pt idx="187">
                  <c:v>210.013</c:v>
                </c:pt>
                <c:pt idx="188">
                  <c:v>210.013</c:v>
                </c:pt>
                <c:pt idx="189">
                  <c:v>210.013</c:v>
                </c:pt>
                <c:pt idx="190">
                  <c:v>210.013</c:v>
                </c:pt>
                <c:pt idx="191">
                  <c:v>210.013</c:v>
                </c:pt>
                <c:pt idx="192">
                  <c:v>210.013</c:v>
                </c:pt>
                <c:pt idx="193">
                  <c:v>210.013</c:v>
                </c:pt>
                <c:pt idx="194">
                  <c:v>210.013</c:v>
                </c:pt>
                <c:pt idx="195">
                  <c:v>210.013</c:v>
                </c:pt>
                <c:pt idx="196">
                  <c:v>210.013</c:v>
                </c:pt>
                <c:pt idx="197">
                  <c:v>210.013</c:v>
                </c:pt>
                <c:pt idx="198">
                  <c:v>210.013</c:v>
                </c:pt>
                <c:pt idx="199">
                  <c:v>210.013</c:v>
                </c:pt>
                <c:pt idx="200">
                  <c:v>210.013</c:v>
                </c:pt>
                <c:pt idx="201">
                  <c:v>210.013</c:v>
                </c:pt>
                <c:pt idx="202">
                  <c:v>210.013</c:v>
                </c:pt>
                <c:pt idx="203">
                  <c:v>210.013</c:v>
                </c:pt>
                <c:pt idx="204">
                  <c:v>210.013</c:v>
                </c:pt>
                <c:pt idx="205">
                  <c:v>210.013</c:v>
                </c:pt>
                <c:pt idx="206">
                  <c:v>210.013</c:v>
                </c:pt>
                <c:pt idx="207">
                  <c:v>210.013</c:v>
                </c:pt>
                <c:pt idx="208">
                  <c:v>210.013</c:v>
                </c:pt>
                <c:pt idx="209">
                  <c:v>210.013</c:v>
                </c:pt>
                <c:pt idx="210">
                  <c:v>210.013</c:v>
                </c:pt>
                <c:pt idx="211">
                  <c:v>210.013</c:v>
                </c:pt>
                <c:pt idx="212">
                  <c:v>210.013</c:v>
                </c:pt>
                <c:pt idx="213">
                  <c:v>210.013</c:v>
                </c:pt>
                <c:pt idx="214">
                  <c:v>210.013</c:v>
                </c:pt>
                <c:pt idx="215">
                  <c:v>210.013</c:v>
                </c:pt>
                <c:pt idx="216">
                  <c:v>210.013</c:v>
                </c:pt>
                <c:pt idx="217">
                  <c:v>210.013</c:v>
                </c:pt>
                <c:pt idx="218">
                  <c:v>210.013</c:v>
                </c:pt>
                <c:pt idx="219">
                  <c:v>210.013</c:v>
                </c:pt>
                <c:pt idx="220">
                  <c:v>210.013</c:v>
                </c:pt>
                <c:pt idx="221">
                  <c:v>210.013</c:v>
                </c:pt>
                <c:pt idx="222">
                  <c:v>210.013</c:v>
                </c:pt>
                <c:pt idx="223">
                  <c:v>210.013</c:v>
                </c:pt>
                <c:pt idx="224">
                  <c:v>210.013</c:v>
                </c:pt>
                <c:pt idx="225">
                  <c:v>210.013</c:v>
                </c:pt>
                <c:pt idx="226">
                  <c:v>210.013</c:v>
                </c:pt>
                <c:pt idx="227">
                  <c:v>210.013</c:v>
                </c:pt>
                <c:pt idx="228">
                  <c:v>210.013</c:v>
                </c:pt>
                <c:pt idx="229">
                  <c:v>210.013</c:v>
                </c:pt>
                <c:pt idx="230">
                  <c:v>210.013</c:v>
                </c:pt>
                <c:pt idx="231">
                  <c:v>210.013</c:v>
                </c:pt>
                <c:pt idx="232">
                  <c:v>210.013</c:v>
                </c:pt>
                <c:pt idx="233">
                  <c:v>210.013</c:v>
                </c:pt>
                <c:pt idx="234">
                  <c:v>210.013</c:v>
                </c:pt>
                <c:pt idx="235">
                  <c:v>210.013</c:v>
                </c:pt>
                <c:pt idx="236">
                  <c:v>210.013</c:v>
                </c:pt>
                <c:pt idx="237">
                  <c:v>210.013</c:v>
                </c:pt>
                <c:pt idx="238">
                  <c:v>210.013</c:v>
                </c:pt>
                <c:pt idx="239">
                  <c:v>210.013</c:v>
                </c:pt>
                <c:pt idx="240">
                  <c:v>210.013</c:v>
                </c:pt>
                <c:pt idx="241">
                  <c:v>210.013</c:v>
                </c:pt>
                <c:pt idx="242">
                  <c:v>210.013</c:v>
                </c:pt>
                <c:pt idx="243">
                  <c:v>210.013</c:v>
                </c:pt>
                <c:pt idx="244">
                  <c:v>210.013</c:v>
                </c:pt>
                <c:pt idx="245">
                  <c:v>210.013</c:v>
                </c:pt>
                <c:pt idx="246">
                  <c:v>210.013</c:v>
                </c:pt>
                <c:pt idx="247">
                  <c:v>210.013</c:v>
                </c:pt>
                <c:pt idx="248">
                  <c:v>166.667</c:v>
                </c:pt>
                <c:pt idx="249">
                  <c:v>166.667</c:v>
                </c:pt>
                <c:pt idx="250">
                  <c:v>166.667</c:v>
                </c:pt>
                <c:pt idx="251">
                  <c:v>166.667</c:v>
                </c:pt>
                <c:pt idx="252">
                  <c:v>166.667</c:v>
                </c:pt>
                <c:pt idx="253">
                  <c:v>166.667</c:v>
                </c:pt>
                <c:pt idx="254">
                  <c:v>166.667</c:v>
                </c:pt>
                <c:pt idx="255">
                  <c:v>166.667</c:v>
                </c:pt>
                <c:pt idx="256">
                  <c:v>166.667</c:v>
                </c:pt>
                <c:pt idx="257">
                  <c:v>166.667</c:v>
                </c:pt>
                <c:pt idx="258">
                  <c:v>166.667</c:v>
                </c:pt>
                <c:pt idx="259">
                  <c:v>166.667</c:v>
                </c:pt>
                <c:pt idx="260">
                  <c:v>166.667</c:v>
                </c:pt>
                <c:pt idx="261">
                  <c:v>166.667</c:v>
                </c:pt>
                <c:pt idx="262">
                  <c:v>166.667</c:v>
                </c:pt>
                <c:pt idx="263">
                  <c:v>166.667</c:v>
                </c:pt>
                <c:pt idx="264">
                  <c:v>166.667</c:v>
                </c:pt>
                <c:pt idx="265">
                  <c:v>166.667</c:v>
                </c:pt>
                <c:pt idx="266">
                  <c:v>166.667</c:v>
                </c:pt>
                <c:pt idx="267">
                  <c:v>166.667</c:v>
                </c:pt>
                <c:pt idx="268">
                  <c:v>166.667</c:v>
                </c:pt>
                <c:pt idx="269">
                  <c:v>166.667</c:v>
                </c:pt>
                <c:pt idx="270">
                  <c:v>166.667</c:v>
                </c:pt>
                <c:pt idx="271">
                  <c:v>166.667</c:v>
                </c:pt>
                <c:pt idx="272">
                  <c:v>166.667</c:v>
                </c:pt>
                <c:pt idx="273">
                  <c:v>166.667</c:v>
                </c:pt>
                <c:pt idx="274">
                  <c:v>166.667</c:v>
                </c:pt>
                <c:pt idx="275">
                  <c:v>166.667</c:v>
                </c:pt>
                <c:pt idx="276">
                  <c:v>166.667</c:v>
                </c:pt>
                <c:pt idx="277">
                  <c:v>166.667</c:v>
                </c:pt>
                <c:pt idx="278">
                  <c:v>95.7661</c:v>
                </c:pt>
                <c:pt idx="279">
                  <c:v>95.7661</c:v>
                </c:pt>
                <c:pt idx="280">
                  <c:v>95.7661</c:v>
                </c:pt>
                <c:pt idx="281">
                  <c:v>95.7661</c:v>
                </c:pt>
                <c:pt idx="282">
                  <c:v>95.7661</c:v>
                </c:pt>
                <c:pt idx="283">
                  <c:v>95.7661</c:v>
                </c:pt>
                <c:pt idx="284">
                  <c:v>95.7661</c:v>
                </c:pt>
                <c:pt idx="285">
                  <c:v>95.7661</c:v>
                </c:pt>
                <c:pt idx="286">
                  <c:v>95.7661</c:v>
                </c:pt>
                <c:pt idx="287">
                  <c:v>95.7661</c:v>
                </c:pt>
                <c:pt idx="288">
                  <c:v>95.7661</c:v>
                </c:pt>
                <c:pt idx="289">
                  <c:v>95.7661</c:v>
                </c:pt>
                <c:pt idx="290">
                  <c:v>95.7661</c:v>
                </c:pt>
                <c:pt idx="291">
                  <c:v>95.7661</c:v>
                </c:pt>
                <c:pt idx="292">
                  <c:v>95.7661</c:v>
                </c:pt>
                <c:pt idx="293">
                  <c:v>95.7661</c:v>
                </c:pt>
                <c:pt idx="294">
                  <c:v>95.7661</c:v>
                </c:pt>
                <c:pt idx="295">
                  <c:v>95.7661</c:v>
                </c:pt>
                <c:pt idx="296">
                  <c:v>95.7661</c:v>
                </c:pt>
                <c:pt idx="297">
                  <c:v>95.7661</c:v>
                </c:pt>
                <c:pt idx="298">
                  <c:v>95.7661</c:v>
                </c:pt>
                <c:pt idx="299">
                  <c:v>95.7661</c:v>
                </c:pt>
                <c:pt idx="300">
                  <c:v>95.7661</c:v>
                </c:pt>
                <c:pt idx="301">
                  <c:v>95.7661</c:v>
                </c:pt>
                <c:pt idx="302">
                  <c:v>95.7661</c:v>
                </c:pt>
                <c:pt idx="303">
                  <c:v>95.7661</c:v>
                </c:pt>
                <c:pt idx="304">
                  <c:v>95.7661</c:v>
                </c:pt>
                <c:pt idx="305">
                  <c:v>95.7661</c:v>
                </c:pt>
                <c:pt idx="306">
                  <c:v>95.7661</c:v>
                </c:pt>
                <c:pt idx="307">
                  <c:v>95.7661</c:v>
                </c:pt>
                <c:pt idx="308">
                  <c:v>95.7661</c:v>
                </c:pt>
                <c:pt idx="309">
                  <c:v>0.0</c:v>
                </c:pt>
                <c:pt idx="310">
                  <c:v>0.0</c:v>
                </c:pt>
                <c:pt idx="311">
                  <c:v>0.0</c:v>
                </c:pt>
                <c:pt idx="312">
                  <c:v>0.0</c:v>
                </c:pt>
                <c:pt idx="313">
                  <c:v>0.0</c:v>
                </c:pt>
                <c:pt idx="314">
                  <c:v>0.0</c:v>
                </c:pt>
                <c:pt idx="315">
                  <c:v>0.0</c:v>
                </c:pt>
                <c:pt idx="316">
                  <c:v>0.0</c:v>
                </c:pt>
                <c:pt idx="317">
                  <c:v>0.0</c:v>
                </c:pt>
                <c:pt idx="318">
                  <c:v>0.0</c:v>
                </c:pt>
                <c:pt idx="319">
                  <c:v>0.0</c:v>
                </c:pt>
                <c:pt idx="320">
                  <c:v>0.0</c:v>
                </c:pt>
                <c:pt idx="321">
                  <c:v>0.0</c:v>
                </c:pt>
                <c:pt idx="322">
                  <c:v>0.0</c:v>
                </c:pt>
                <c:pt idx="323">
                  <c:v>0.0</c:v>
                </c:pt>
                <c:pt idx="324">
                  <c:v>0.0</c:v>
                </c:pt>
                <c:pt idx="325">
                  <c:v>0.0</c:v>
                </c:pt>
                <c:pt idx="326">
                  <c:v>0.0</c:v>
                </c:pt>
                <c:pt idx="327">
                  <c:v>0.0</c:v>
                </c:pt>
                <c:pt idx="328">
                  <c:v>0.0</c:v>
                </c:pt>
                <c:pt idx="329">
                  <c:v>0.0</c:v>
                </c:pt>
                <c:pt idx="330">
                  <c:v>0.0</c:v>
                </c:pt>
                <c:pt idx="331">
                  <c:v>0.0</c:v>
                </c:pt>
                <c:pt idx="332">
                  <c:v>0.0</c:v>
                </c:pt>
                <c:pt idx="333">
                  <c:v>0.0</c:v>
                </c:pt>
                <c:pt idx="334">
                  <c:v>0.0</c:v>
                </c:pt>
                <c:pt idx="335">
                  <c:v>0.0</c:v>
                </c:pt>
                <c:pt idx="336">
                  <c:v>0.0</c:v>
                </c:pt>
                <c:pt idx="337">
                  <c:v>0.0</c:v>
                </c:pt>
                <c:pt idx="338">
                  <c:v>0.0</c:v>
                </c:pt>
                <c:pt idx="339">
                  <c:v>0.0</c:v>
                </c:pt>
                <c:pt idx="340">
                  <c:v>0.0</c:v>
                </c:pt>
                <c:pt idx="341">
                  <c:v>0.0</c:v>
                </c:pt>
                <c:pt idx="342">
                  <c:v>0.0</c:v>
                </c:pt>
                <c:pt idx="343">
                  <c:v>0.0</c:v>
                </c:pt>
                <c:pt idx="344">
                  <c:v>0.0</c:v>
                </c:pt>
                <c:pt idx="345">
                  <c:v>0.0</c:v>
                </c:pt>
                <c:pt idx="346">
                  <c:v>0.0</c:v>
                </c:pt>
                <c:pt idx="347">
                  <c:v>0.0</c:v>
                </c:pt>
                <c:pt idx="348">
                  <c:v>0.0</c:v>
                </c:pt>
                <c:pt idx="349">
                  <c:v>0.0</c:v>
                </c:pt>
                <c:pt idx="350">
                  <c:v>0.0</c:v>
                </c:pt>
                <c:pt idx="351">
                  <c:v>0.0</c:v>
                </c:pt>
                <c:pt idx="352">
                  <c:v>0.0</c:v>
                </c:pt>
                <c:pt idx="353">
                  <c:v>0.0</c:v>
                </c:pt>
                <c:pt idx="354">
                  <c:v>0.0</c:v>
                </c:pt>
                <c:pt idx="355">
                  <c:v>0.0</c:v>
                </c:pt>
                <c:pt idx="356">
                  <c:v>0.0</c:v>
                </c:pt>
                <c:pt idx="357">
                  <c:v>0.0</c:v>
                </c:pt>
                <c:pt idx="358">
                  <c:v>0.0</c:v>
                </c:pt>
                <c:pt idx="359">
                  <c:v>0.0</c:v>
                </c:pt>
                <c:pt idx="360">
                  <c:v>0.0</c:v>
                </c:pt>
                <c:pt idx="361">
                  <c:v>0.0</c:v>
                </c:pt>
                <c:pt idx="362">
                  <c:v>0.0</c:v>
                </c:pt>
                <c:pt idx="363">
                  <c:v>0.0</c:v>
                </c:pt>
                <c:pt idx="364">
                  <c:v>0.0</c:v>
                </c:pt>
                <c:pt idx="365">
                  <c:v>0.0</c:v>
                </c:pt>
                <c:pt idx="366">
                  <c:v>0.0</c:v>
                </c:pt>
                <c:pt idx="367">
                  <c:v>0.0</c:v>
                </c:pt>
                <c:pt idx="368">
                  <c:v>0.0</c:v>
                </c:pt>
                <c:pt idx="369">
                  <c:v>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Hickory Outflow</c:v>
                </c:pt>
              </c:strCache>
            </c:strRef>
          </c:tx>
          <c:spPr>
            <a:ln w="22225">
              <a:solidFill>
                <a:srgbClr val="F6B26B"/>
              </a:solidFill>
            </a:ln>
          </c:spPr>
          <c:marker>
            <c:symbol val="none"/>
          </c:marker>
          <c:cat>
            <c:numRef>
              <c:f>Sheet1!$A$2:$A$371</c:f>
              <c:numCache>
                <c:formatCode>yyyy-mm-dd</c:formatCode>
                <c:ptCount val="370"/>
                <c:pt idx="0">
                  <c:v>43097.0</c:v>
                </c:pt>
                <c:pt idx="1">
                  <c:v>43098.0</c:v>
                </c:pt>
                <c:pt idx="2">
                  <c:v>43099.0</c:v>
                </c:pt>
                <c:pt idx="3">
                  <c:v>43100.0</c:v>
                </c:pt>
                <c:pt idx="4">
                  <c:v>43101.0</c:v>
                </c:pt>
                <c:pt idx="5">
                  <c:v>43102.0</c:v>
                </c:pt>
                <c:pt idx="6">
                  <c:v>43103.0</c:v>
                </c:pt>
                <c:pt idx="7">
                  <c:v>43104.0</c:v>
                </c:pt>
                <c:pt idx="8">
                  <c:v>43105.0</c:v>
                </c:pt>
                <c:pt idx="9">
                  <c:v>43106.0</c:v>
                </c:pt>
                <c:pt idx="10">
                  <c:v>43107.0</c:v>
                </c:pt>
                <c:pt idx="11">
                  <c:v>43108.0</c:v>
                </c:pt>
                <c:pt idx="12">
                  <c:v>43109.0</c:v>
                </c:pt>
                <c:pt idx="13">
                  <c:v>43110.0</c:v>
                </c:pt>
                <c:pt idx="14">
                  <c:v>43111.0</c:v>
                </c:pt>
                <c:pt idx="15">
                  <c:v>43112.0</c:v>
                </c:pt>
                <c:pt idx="16">
                  <c:v>43113.0</c:v>
                </c:pt>
                <c:pt idx="17">
                  <c:v>43114.0</c:v>
                </c:pt>
                <c:pt idx="18">
                  <c:v>43115.0</c:v>
                </c:pt>
                <c:pt idx="19">
                  <c:v>43116.0</c:v>
                </c:pt>
                <c:pt idx="20">
                  <c:v>43117.0</c:v>
                </c:pt>
                <c:pt idx="21">
                  <c:v>43118.0</c:v>
                </c:pt>
                <c:pt idx="22">
                  <c:v>43119.0</c:v>
                </c:pt>
                <c:pt idx="23">
                  <c:v>43120.0</c:v>
                </c:pt>
                <c:pt idx="24">
                  <c:v>43121.0</c:v>
                </c:pt>
                <c:pt idx="25">
                  <c:v>43122.0</c:v>
                </c:pt>
                <c:pt idx="26">
                  <c:v>43123.0</c:v>
                </c:pt>
                <c:pt idx="27">
                  <c:v>43124.0</c:v>
                </c:pt>
                <c:pt idx="28">
                  <c:v>43125.0</c:v>
                </c:pt>
                <c:pt idx="29">
                  <c:v>43126.0</c:v>
                </c:pt>
                <c:pt idx="30">
                  <c:v>43127.0</c:v>
                </c:pt>
                <c:pt idx="31">
                  <c:v>43128.0</c:v>
                </c:pt>
                <c:pt idx="32">
                  <c:v>43129.0</c:v>
                </c:pt>
                <c:pt idx="33">
                  <c:v>43130.0</c:v>
                </c:pt>
                <c:pt idx="34">
                  <c:v>43131.0</c:v>
                </c:pt>
                <c:pt idx="35">
                  <c:v>43132.0</c:v>
                </c:pt>
                <c:pt idx="36">
                  <c:v>43133.0</c:v>
                </c:pt>
                <c:pt idx="37">
                  <c:v>43134.0</c:v>
                </c:pt>
                <c:pt idx="38">
                  <c:v>43135.0</c:v>
                </c:pt>
                <c:pt idx="39">
                  <c:v>43136.0</c:v>
                </c:pt>
                <c:pt idx="40">
                  <c:v>43137.0</c:v>
                </c:pt>
                <c:pt idx="41">
                  <c:v>43138.0</c:v>
                </c:pt>
                <c:pt idx="42">
                  <c:v>43139.0</c:v>
                </c:pt>
                <c:pt idx="43">
                  <c:v>43140.0</c:v>
                </c:pt>
                <c:pt idx="44">
                  <c:v>43141.0</c:v>
                </c:pt>
                <c:pt idx="45">
                  <c:v>43142.0</c:v>
                </c:pt>
                <c:pt idx="46">
                  <c:v>43143.0</c:v>
                </c:pt>
                <c:pt idx="47">
                  <c:v>43144.0</c:v>
                </c:pt>
                <c:pt idx="48">
                  <c:v>43145.0</c:v>
                </c:pt>
                <c:pt idx="49">
                  <c:v>43146.0</c:v>
                </c:pt>
                <c:pt idx="50">
                  <c:v>43147.0</c:v>
                </c:pt>
                <c:pt idx="51">
                  <c:v>43148.0</c:v>
                </c:pt>
                <c:pt idx="52">
                  <c:v>43149.0</c:v>
                </c:pt>
                <c:pt idx="53">
                  <c:v>43150.0</c:v>
                </c:pt>
                <c:pt idx="54">
                  <c:v>43151.0</c:v>
                </c:pt>
                <c:pt idx="55">
                  <c:v>43152.0</c:v>
                </c:pt>
                <c:pt idx="56">
                  <c:v>43153.0</c:v>
                </c:pt>
                <c:pt idx="57">
                  <c:v>43154.0</c:v>
                </c:pt>
                <c:pt idx="58">
                  <c:v>43155.0</c:v>
                </c:pt>
                <c:pt idx="59">
                  <c:v>43156.0</c:v>
                </c:pt>
                <c:pt idx="60">
                  <c:v>43157.0</c:v>
                </c:pt>
                <c:pt idx="61">
                  <c:v>43158.0</c:v>
                </c:pt>
                <c:pt idx="62">
                  <c:v>43159.0</c:v>
                </c:pt>
                <c:pt idx="63">
                  <c:v>43160.0</c:v>
                </c:pt>
                <c:pt idx="64">
                  <c:v>43161.0</c:v>
                </c:pt>
                <c:pt idx="65">
                  <c:v>43162.0</c:v>
                </c:pt>
                <c:pt idx="66">
                  <c:v>43163.0</c:v>
                </c:pt>
                <c:pt idx="67">
                  <c:v>43164.0</c:v>
                </c:pt>
                <c:pt idx="68">
                  <c:v>43165.0</c:v>
                </c:pt>
                <c:pt idx="69">
                  <c:v>43166.0</c:v>
                </c:pt>
                <c:pt idx="70">
                  <c:v>43167.0</c:v>
                </c:pt>
                <c:pt idx="71">
                  <c:v>43168.0</c:v>
                </c:pt>
                <c:pt idx="72">
                  <c:v>43169.0</c:v>
                </c:pt>
                <c:pt idx="73">
                  <c:v>43170.0</c:v>
                </c:pt>
                <c:pt idx="74">
                  <c:v>43171.0</c:v>
                </c:pt>
                <c:pt idx="75">
                  <c:v>43172.0</c:v>
                </c:pt>
                <c:pt idx="76">
                  <c:v>43173.0</c:v>
                </c:pt>
                <c:pt idx="77">
                  <c:v>43174.0</c:v>
                </c:pt>
                <c:pt idx="78">
                  <c:v>43175.0</c:v>
                </c:pt>
                <c:pt idx="79">
                  <c:v>43176.0</c:v>
                </c:pt>
                <c:pt idx="80">
                  <c:v>43177.0</c:v>
                </c:pt>
                <c:pt idx="81">
                  <c:v>43178.0</c:v>
                </c:pt>
                <c:pt idx="82">
                  <c:v>43179.0</c:v>
                </c:pt>
                <c:pt idx="83">
                  <c:v>43180.0</c:v>
                </c:pt>
                <c:pt idx="84">
                  <c:v>43181.0</c:v>
                </c:pt>
                <c:pt idx="85">
                  <c:v>43182.0</c:v>
                </c:pt>
                <c:pt idx="86">
                  <c:v>43183.0</c:v>
                </c:pt>
                <c:pt idx="87">
                  <c:v>43184.0</c:v>
                </c:pt>
                <c:pt idx="88">
                  <c:v>43185.0</c:v>
                </c:pt>
                <c:pt idx="89">
                  <c:v>43186.0</c:v>
                </c:pt>
                <c:pt idx="90">
                  <c:v>43187.0</c:v>
                </c:pt>
                <c:pt idx="91">
                  <c:v>43188.0</c:v>
                </c:pt>
                <c:pt idx="92">
                  <c:v>43189.0</c:v>
                </c:pt>
                <c:pt idx="93">
                  <c:v>43190.0</c:v>
                </c:pt>
                <c:pt idx="94">
                  <c:v>43191.0</c:v>
                </c:pt>
                <c:pt idx="95">
                  <c:v>43192.0</c:v>
                </c:pt>
                <c:pt idx="96">
                  <c:v>43193.0</c:v>
                </c:pt>
                <c:pt idx="97">
                  <c:v>43194.0</c:v>
                </c:pt>
                <c:pt idx="98">
                  <c:v>43195.0</c:v>
                </c:pt>
                <c:pt idx="99">
                  <c:v>43196.0</c:v>
                </c:pt>
                <c:pt idx="100">
                  <c:v>43197.0</c:v>
                </c:pt>
                <c:pt idx="101">
                  <c:v>43198.0</c:v>
                </c:pt>
                <c:pt idx="102">
                  <c:v>43199.0</c:v>
                </c:pt>
                <c:pt idx="103">
                  <c:v>43200.0</c:v>
                </c:pt>
                <c:pt idx="104">
                  <c:v>43201.0</c:v>
                </c:pt>
                <c:pt idx="105">
                  <c:v>43202.0</c:v>
                </c:pt>
                <c:pt idx="106">
                  <c:v>43203.0</c:v>
                </c:pt>
                <c:pt idx="107">
                  <c:v>43204.0</c:v>
                </c:pt>
                <c:pt idx="108">
                  <c:v>43205.0</c:v>
                </c:pt>
                <c:pt idx="109">
                  <c:v>43206.0</c:v>
                </c:pt>
                <c:pt idx="110">
                  <c:v>43207.0</c:v>
                </c:pt>
                <c:pt idx="111">
                  <c:v>43208.0</c:v>
                </c:pt>
                <c:pt idx="112">
                  <c:v>43209.0</c:v>
                </c:pt>
                <c:pt idx="113">
                  <c:v>43210.0</c:v>
                </c:pt>
                <c:pt idx="114">
                  <c:v>43211.0</c:v>
                </c:pt>
                <c:pt idx="115">
                  <c:v>43212.0</c:v>
                </c:pt>
                <c:pt idx="116">
                  <c:v>43213.0</c:v>
                </c:pt>
                <c:pt idx="117">
                  <c:v>43214.0</c:v>
                </c:pt>
                <c:pt idx="118">
                  <c:v>43215.0</c:v>
                </c:pt>
                <c:pt idx="119">
                  <c:v>43216.0</c:v>
                </c:pt>
                <c:pt idx="120">
                  <c:v>43217.0</c:v>
                </c:pt>
                <c:pt idx="121">
                  <c:v>43218.0</c:v>
                </c:pt>
                <c:pt idx="122">
                  <c:v>43219.0</c:v>
                </c:pt>
                <c:pt idx="123">
                  <c:v>43220.0</c:v>
                </c:pt>
                <c:pt idx="124">
                  <c:v>43221.0</c:v>
                </c:pt>
                <c:pt idx="125">
                  <c:v>43222.0</c:v>
                </c:pt>
                <c:pt idx="126">
                  <c:v>43223.0</c:v>
                </c:pt>
                <c:pt idx="127">
                  <c:v>43224.0</c:v>
                </c:pt>
                <c:pt idx="128">
                  <c:v>43225.0</c:v>
                </c:pt>
                <c:pt idx="129">
                  <c:v>43226.0</c:v>
                </c:pt>
                <c:pt idx="130">
                  <c:v>43227.0</c:v>
                </c:pt>
                <c:pt idx="131">
                  <c:v>43228.0</c:v>
                </c:pt>
                <c:pt idx="132">
                  <c:v>43229.0</c:v>
                </c:pt>
                <c:pt idx="133">
                  <c:v>43230.0</c:v>
                </c:pt>
                <c:pt idx="134">
                  <c:v>43231.0</c:v>
                </c:pt>
                <c:pt idx="135">
                  <c:v>43232.0</c:v>
                </c:pt>
                <c:pt idx="136">
                  <c:v>43233.0</c:v>
                </c:pt>
                <c:pt idx="137">
                  <c:v>43234.0</c:v>
                </c:pt>
                <c:pt idx="138">
                  <c:v>43235.0</c:v>
                </c:pt>
                <c:pt idx="139">
                  <c:v>43236.0</c:v>
                </c:pt>
                <c:pt idx="140">
                  <c:v>43237.0</c:v>
                </c:pt>
                <c:pt idx="141">
                  <c:v>43238.0</c:v>
                </c:pt>
                <c:pt idx="142">
                  <c:v>43239.0</c:v>
                </c:pt>
                <c:pt idx="143">
                  <c:v>43240.0</c:v>
                </c:pt>
                <c:pt idx="144">
                  <c:v>43241.0</c:v>
                </c:pt>
                <c:pt idx="145">
                  <c:v>43242.0</c:v>
                </c:pt>
                <c:pt idx="146">
                  <c:v>43243.0</c:v>
                </c:pt>
                <c:pt idx="147">
                  <c:v>43244.0</c:v>
                </c:pt>
                <c:pt idx="148">
                  <c:v>43245.0</c:v>
                </c:pt>
                <c:pt idx="149">
                  <c:v>43246.0</c:v>
                </c:pt>
                <c:pt idx="150">
                  <c:v>43247.0</c:v>
                </c:pt>
                <c:pt idx="151">
                  <c:v>43248.0</c:v>
                </c:pt>
                <c:pt idx="152">
                  <c:v>43249.0</c:v>
                </c:pt>
                <c:pt idx="153">
                  <c:v>43250.0</c:v>
                </c:pt>
                <c:pt idx="154">
                  <c:v>43251.0</c:v>
                </c:pt>
                <c:pt idx="155">
                  <c:v>43252.0</c:v>
                </c:pt>
                <c:pt idx="156">
                  <c:v>43253.0</c:v>
                </c:pt>
                <c:pt idx="157">
                  <c:v>43254.0</c:v>
                </c:pt>
                <c:pt idx="158">
                  <c:v>43255.0</c:v>
                </c:pt>
                <c:pt idx="159">
                  <c:v>43256.0</c:v>
                </c:pt>
                <c:pt idx="160">
                  <c:v>43257.0</c:v>
                </c:pt>
                <c:pt idx="161">
                  <c:v>43258.0</c:v>
                </c:pt>
                <c:pt idx="162">
                  <c:v>43259.0</c:v>
                </c:pt>
                <c:pt idx="163">
                  <c:v>43260.0</c:v>
                </c:pt>
                <c:pt idx="164">
                  <c:v>43261.0</c:v>
                </c:pt>
                <c:pt idx="165">
                  <c:v>43262.0</c:v>
                </c:pt>
                <c:pt idx="166">
                  <c:v>43263.0</c:v>
                </c:pt>
                <c:pt idx="167">
                  <c:v>43264.0</c:v>
                </c:pt>
                <c:pt idx="168">
                  <c:v>43265.0</c:v>
                </c:pt>
                <c:pt idx="169">
                  <c:v>43266.0</c:v>
                </c:pt>
                <c:pt idx="170">
                  <c:v>43267.0</c:v>
                </c:pt>
                <c:pt idx="171">
                  <c:v>43268.0</c:v>
                </c:pt>
                <c:pt idx="172">
                  <c:v>43269.0</c:v>
                </c:pt>
                <c:pt idx="173">
                  <c:v>43270.0</c:v>
                </c:pt>
                <c:pt idx="174">
                  <c:v>43271.0</c:v>
                </c:pt>
                <c:pt idx="175">
                  <c:v>43272.0</c:v>
                </c:pt>
                <c:pt idx="176">
                  <c:v>43273.0</c:v>
                </c:pt>
                <c:pt idx="177">
                  <c:v>43274.0</c:v>
                </c:pt>
                <c:pt idx="178">
                  <c:v>43275.0</c:v>
                </c:pt>
                <c:pt idx="179">
                  <c:v>43276.0</c:v>
                </c:pt>
                <c:pt idx="180">
                  <c:v>43277.0</c:v>
                </c:pt>
                <c:pt idx="181">
                  <c:v>43278.0</c:v>
                </c:pt>
                <c:pt idx="182">
                  <c:v>43279.0</c:v>
                </c:pt>
                <c:pt idx="183">
                  <c:v>43280.0</c:v>
                </c:pt>
                <c:pt idx="184">
                  <c:v>43281.0</c:v>
                </c:pt>
                <c:pt idx="185">
                  <c:v>43282.0</c:v>
                </c:pt>
                <c:pt idx="186">
                  <c:v>43283.0</c:v>
                </c:pt>
                <c:pt idx="187">
                  <c:v>43284.0</c:v>
                </c:pt>
                <c:pt idx="188">
                  <c:v>43285.0</c:v>
                </c:pt>
                <c:pt idx="189">
                  <c:v>43286.0</c:v>
                </c:pt>
                <c:pt idx="190">
                  <c:v>43287.0</c:v>
                </c:pt>
                <c:pt idx="191">
                  <c:v>43288.0</c:v>
                </c:pt>
                <c:pt idx="192">
                  <c:v>43289.0</c:v>
                </c:pt>
                <c:pt idx="193">
                  <c:v>43290.0</c:v>
                </c:pt>
                <c:pt idx="194">
                  <c:v>43291.0</c:v>
                </c:pt>
                <c:pt idx="195">
                  <c:v>43292.0</c:v>
                </c:pt>
                <c:pt idx="196">
                  <c:v>43293.0</c:v>
                </c:pt>
                <c:pt idx="197">
                  <c:v>43294.0</c:v>
                </c:pt>
                <c:pt idx="198">
                  <c:v>43295.0</c:v>
                </c:pt>
                <c:pt idx="199">
                  <c:v>43296.0</c:v>
                </c:pt>
                <c:pt idx="200">
                  <c:v>43297.0</c:v>
                </c:pt>
                <c:pt idx="201">
                  <c:v>43298.0</c:v>
                </c:pt>
                <c:pt idx="202">
                  <c:v>43299.0</c:v>
                </c:pt>
                <c:pt idx="203">
                  <c:v>43300.0</c:v>
                </c:pt>
                <c:pt idx="204">
                  <c:v>43301.0</c:v>
                </c:pt>
                <c:pt idx="205">
                  <c:v>43302.0</c:v>
                </c:pt>
                <c:pt idx="206">
                  <c:v>43303.0</c:v>
                </c:pt>
                <c:pt idx="207">
                  <c:v>43304.0</c:v>
                </c:pt>
                <c:pt idx="208">
                  <c:v>43305.0</c:v>
                </c:pt>
                <c:pt idx="209">
                  <c:v>43306.0</c:v>
                </c:pt>
                <c:pt idx="210">
                  <c:v>43307.0</c:v>
                </c:pt>
                <c:pt idx="211">
                  <c:v>43308.0</c:v>
                </c:pt>
                <c:pt idx="212">
                  <c:v>43309.0</c:v>
                </c:pt>
                <c:pt idx="213">
                  <c:v>43310.0</c:v>
                </c:pt>
                <c:pt idx="214">
                  <c:v>43311.0</c:v>
                </c:pt>
                <c:pt idx="215">
                  <c:v>43312.0</c:v>
                </c:pt>
                <c:pt idx="216">
                  <c:v>43313.0</c:v>
                </c:pt>
                <c:pt idx="217">
                  <c:v>43314.0</c:v>
                </c:pt>
                <c:pt idx="218">
                  <c:v>43315.0</c:v>
                </c:pt>
                <c:pt idx="219">
                  <c:v>43316.0</c:v>
                </c:pt>
                <c:pt idx="220">
                  <c:v>43317.0</c:v>
                </c:pt>
                <c:pt idx="221">
                  <c:v>43318.0</c:v>
                </c:pt>
                <c:pt idx="222">
                  <c:v>43319.0</c:v>
                </c:pt>
                <c:pt idx="223">
                  <c:v>43320.0</c:v>
                </c:pt>
                <c:pt idx="224">
                  <c:v>43321.0</c:v>
                </c:pt>
                <c:pt idx="225">
                  <c:v>43322.0</c:v>
                </c:pt>
                <c:pt idx="226">
                  <c:v>43323.0</c:v>
                </c:pt>
                <c:pt idx="227">
                  <c:v>43324.0</c:v>
                </c:pt>
                <c:pt idx="228">
                  <c:v>43325.0</c:v>
                </c:pt>
                <c:pt idx="229">
                  <c:v>43326.0</c:v>
                </c:pt>
                <c:pt idx="230">
                  <c:v>43327.0</c:v>
                </c:pt>
                <c:pt idx="231">
                  <c:v>43328.0</c:v>
                </c:pt>
                <c:pt idx="232">
                  <c:v>43329.0</c:v>
                </c:pt>
                <c:pt idx="233">
                  <c:v>43330.0</c:v>
                </c:pt>
                <c:pt idx="234">
                  <c:v>43331.0</c:v>
                </c:pt>
                <c:pt idx="235">
                  <c:v>43332.0</c:v>
                </c:pt>
                <c:pt idx="236">
                  <c:v>43333.0</c:v>
                </c:pt>
                <c:pt idx="237">
                  <c:v>43334.0</c:v>
                </c:pt>
                <c:pt idx="238">
                  <c:v>43335.0</c:v>
                </c:pt>
                <c:pt idx="239">
                  <c:v>43336.0</c:v>
                </c:pt>
                <c:pt idx="240">
                  <c:v>43337.0</c:v>
                </c:pt>
                <c:pt idx="241">
                  <c:v>43338.0</c:v>
                </c:pt>
                <c:pt idx="242">
                  <c:v>43339.0</c:v>
                </c:pt>
                <c:pt idx="243">
                  <c:v>43340.0</c:v>
                </c:pt>
                <c:pt idx="244">
                  <c:v>43341.0</c:v>
                </c:pt>
                <c:pt idx="245">
                  <c:v>43342.0</c:v>
                </c:pt>
                <c:pt idx="246">
                  <c:v>43343.0</c:v>
                </c:pt>
                <c:pt idx="247">
                  <c:v>43344.0</c:v>
                </c:pt>
                <c:pt idx="248">
                  <c:v>43345.0</c:v>
                </c:pt>
                <c:pt idx="249">
                  <c:v>43346.0</c:v>
                </c:pt>
                <c:pt idx="250">
                  <c:v>43347.0</c:v>
                </c:pt>
                <c:pt idx="251">
                  <c:v>43348.0</c:v>
                </c:pt>
                <c:pt idx="252">
                  <c:v>43349.0</c:v>
                </c:pt>
                <c:pt idx="253">
                  <c:v>43350.0</c:v>
                </c:pt>
                <c:pt idx="254">
                  <c:v>43351.0</c:v>
                </c:pt>
                <c:pt idx="255">
                  <c:v>43352.0</c:v>
                </c:pt>
                <c:pt idx="256">
                  <c:v>43353.0</c:v>
                </c:pt>
                <c:pt idx="257">
                  <c:v>43354.0</c:v>
                </c:pt>
                <c:pt idx="258">
                  <c:v>43355.0</c:v>
                </c:pt>
                <c:pt idx="259">
                  <c:v>43356.0</c:v>
                </c:pt>
                <c:pt idx="260">
                  <c:v>43357.0</c:v>
                </c:pt>
                <c:pt idx="261">
                  <c:v>43358.0</c:v>
                </c:pt>
                <c:pt idx="262">
                  <c:v>43359.0</c:v>
                </c:pt>
                <c:pt idx="263">
                  <c:v>43360.0</c:v>
                </c:pt>
                <c:pt idx="264">
                  <c:v>43361.0</c:v>
                </c:pt>
                <c:pt idx="265">
                  <c:v>43362.0</c:v>
                </c:pt>
                <c:pt idx="266">
                  <c:v>43363.0</c:v>
                </c:pt>
                <c:pt idx="267">
                  <c:v>43364.0</c:v>
                </c:pt>
                <c:pt idx="268">
                  <c:v>43365.0</c:v>
                </c:pt>
                <c:pt idx="269">
                  <c:v>43366.0</c:v>
                </c:pt>
                <c:pt idx="270">
                  <c:v>43367.0</c:v>
                </c:pt>
                <c:pt idx="271">
                  <c:v>43368.0</c:v>
                </c:pt>
                <c:pt idx="272">
                  <c:v>43369.0</c:v>
                </c:pt>
                <c:pt idx="273">
                  <c:v>43370.0</c:v>
                </c:pt>
                <c:pt idx="274">
                  <c:v>43371.0</c:v>
                </c:pt>
                <c:pt idx="275">
                  <c:v>43372.0</c:v>
                </c:pt>
                <c:pt idx="276">
                  <c:v>43373.0</c:v>
                </c:pt>
                <c:pt idx="277">
                  <c:v>43374.0</c:v>
                </c:pt>
                <c:pt idx="278">
                  <c:v>43375.0</c:v>
                </c:pt>
                <c:pt idx="279">
                  <c:v>43376.0</c:v>
                </c:pt>
                <c:pt idx="280">
                  <c:v>43377.0</c:v>
                </c:pt>
                <c:pt idx="281">
                  <c:v>43378.0</c:v>
                </c:pt>
                <c:pt idx="282">
                  <c:v>43379.0</c:v>
                </c:pt>
                <c:pt idx="283">
                  <c:v>43380.0</c:v>
                </c:pt>
                <c:pt idx="284">
                  <c:v>43381.0</c:v>
                </c:pt>
                <c:pt idx="285">
                  <c:v>43382.0</c:v>
                </c:pt>
                <c:pt idx="286">
                  <c:v>43383.0</c:v>
                </c:pt>
                <c:pt idx="287">
                  <c:v>43384.0</c:v>
                </c:pt>
                <c:pt idx="288">
                  <c:v>43385.0</c:v>
                </c:pt>
                <c:pt idx="289">
                  <c:v>43386.0</c:v>
                </c:pt>
                <c:pt idx="290">
                  <c:v>43387.0</c:v>
                </c:pt>
                <c:pt idx="291">
                  <c:v>43388.0</c:v>
                </c:pt>
                <c:pt idx="292">
                  <c:v>43389.0</c:v>
                </c:pt>
                <c:pt idx="293">
                  <c:v>43390.0</c:v>
                </c:pt>
                <c:pt idx="294">
                  <c:v>43391.0</c:v>
                </c:pt>
                <c:pt idx="295">
                  <c:v>43392.0</c:v>
                </c:pt>
                <c:pt idx="296">
                  <c:v>43393.0</c:v>
                </c:pt>
                <c:pt idx="297">
                  <c:v>43394.0</c:v>
                </c:pt>
                <c:pt idx="298">
                  <c:v>43395.0</c:v>
                </c:pt>
                <c:pt idx="299">
                  <c:v>43396.0</c:v>
                </c:pt>
                <c:pt idx="300">
                  <c:v>43397.0</c:v>
                </c:pt>
                <c:pt idx="301">
                  <c:v>43398.0</c:v>
                </c:pt>
                <c:pt idx="302">
                  <c:v>43399.0</c:v>
                </c:pt>
                <c:pt idx="303">
                  <c:v>43400.0</c:v>
                </c:pt>
                <c:pt idx="304">
                  <c:v>43401.0</c:v>
                </c:pt>
                <c:pt idx="305">
                  <c:v>43402.0</c:v>
                </c:pt>
                <c:pt idx="306">
                  <c:v>43403.0</c:v>
                </c:pt>
                <c:pt idx="307">
                  <c:v>43404.0</c:v>
                </c:pt>
                <c:pt idx="308">
                  <c:v>43405.0</c:v>
                </c:pt>
                <c:pt idx="309">
                  <c:v>43406.0</c:v>
                </c:pt>
                <c:pt idx="310">
                  <c:v>43407.0</c:v>
                </c:pt>
                <c:pt idx="311">
                  <c:v>43408.0</c:v>
                </c:pt>
                <c:pt idx="312">
                  <c:v>43409.0</c:v>
                </c:pt>
                <c:pt idx="313">
                  <c:v>43410.0</c:v>
                </c:pt>
                <c:pt idx="314">
                  <c:v>43411.0</c:v>
                </c:pt>
                <c:pt idx="315">
                  <c:v>43412.0</c:v>
                </c:pt>
                <c:pt idx="316">
                  <c:v>43413.0</c:v>
                </c:pt>
                <c:pt idx="317">
                  <c:v>43414.0</c:v>
                </c:pt>
                <c:pt idx="318">
                  <c:v>43415.0</c:v>
                </c:pt>
                <c:pt idx="319">
                  <c:v>43416.0</c:v>
                </c:pt>
                <c:pt idx="320">
                  <c:v>43417.0</c:v>
                </c:pt>
                <c:pt idx="321">
                  <c:v>43418.0</c:v>
                </c:pt>
                <c:pt idx="322">
                  <c:v>43419.0</c:v>
                </c:pt>
                <c:pt idx="323">
                  <c:v>43420.0</c:v>
                </c:pt>
                <c:pt idx="324">
                  <c:v>43421.0</c:v>
                </c:pt>
                <c:pt idx="325">
                  <c:v>43422.0</c:v>
                </c:pt>
                <c:pt idx="326">
                  <c:v>43423.0</c:v>
                </c:pt>
                <c:pt idx="327">
                  <c:v>43424.0</c:v>
                </c:pt>
                <c:pt idx="328">
                  <c:v>43425.0</c:v>
                </c:pt>
                <c:pt idx="329">
                  <c:v>43426.0</c:v>
                </c:pt>
                <c:pt idx="330">
                  <c:v>43427.0</c:v>
                </c:pt>
                <c:pt idx="331">
                  <c:v>43428.0</c:v>
                </c:pt>
                <c:pt idx="332">
                  <c:v>43429.0</c:v>
                </c:pt>
                <c:pt idx="333">
                  <c:v>43430.0</c:v>
                </c:pt>
                <c:pt idx="334">
                  <c:v>43431.0</c:v>
                </c:pt>
                <c:pt idx="335">
                  <c:v>43432.0</c:v>
                </c:pt>
                <c:pt idx="336">
                  <c:v>43433.0</c:v>
                </c:pt>
                <c:pt idx="337">
                  <c:v>43434.0</c:v>
                </c:pt>
                <c:pt idx="338">
                  <c:v>43435.0</c:v>
                </c:pt>
                <c:pt idx="339">
                  <c:v>43436.0</c:v>
                </c:pt>
                <c:pt idx="340">
                  <c:v>43437.0</c:v>
                </c:pt>
                <c:pt idx="341">
                  <c:v>43438.0</c:v>
                </c:pt>
                <c:pt idx="342">
                  <c:v>43439.0</c:v>
                </c:pt>
                <c:pt idx="343">
                  <c:v>43440.0</c:v>
                </c:pt>
                <c:pt idx="344">
                  <c:v>43441.0</c:v>
                </c:pt>
                <c:pt idx="345">
                  <c:v>43442.0</c:v>
                </c:pt>
                <c:pt idx="346">
                  <c:v>43443.0</c:v>
                </c:pt>
                <c:pt idx="347">
                  <c:v>43444.0</c:v>
                </c:pt>
                <c:pt idx="348">
                  <c:v>43445.0</c:v>
                </c:pt>
                <c:pt idx="349">
                  <c:v>43446.0</c:v>
                </c:pt>
                <c:pt idx="350">
                  <c:v>43447.0</c:v>
                </c:pt>
                <c:pt idx="351">
                  <c:v>43448.0</c:v>
                </c:pt>
                <c:pt idx="352">
                  <c:v>43449.0</c:v>
                </c:pt>
                <c:pt idx="353">
                  <c:v>43450.0</c:v>
                </c:pt>
                <c:pt idx="354">
                  <c:v>43451.0</c:v>
                </c:pt>
                <c:pt idx="355">
                  <c:v>43452.0</c:v>
                </c:pt>
                <c:pt idx="356">
                  <c:v>43453.0</c:v>
                </c:pt>
                <c:pt idx="357">
                  <c:v>43454.0</c:v>
                </c:pt>
                <c:pt idx="358">
                  <c:v>43455.0</c:v>
                </c:pt>
                <c:pt idx="359">
                  <c:v>43456.0</c:v>
                </c:pt>
                <c:pt idx="360">
                  <c:v>43457.0</c:v>
                </c:pt>
                <c:pt idx="361">
                  <c:v>43458.0</c:v>
                </c:pt>
                <c:pt idx="362">
                  <c:v>43459.0</c:v>
                </c:pt>
                <c:pt idx="363">
                  <c:v>43460.0</c:v>
                </c:pt>
                <c:pt idx="364">
                  <c:v>43461.0</c:v>
                </c:pt>
                <c:pt idx="365">
                  <c:v>43462.0</c:v>
                </c:pt>
                <c:pt idx="366">
                  <c:v>43463.0</c:v>
                </c:pt>
                <c:pt idx="367">
                  <c:v>43464.0</c:v>
                </c:pt>
                <c:pt idx="368">
                  <c:v>43465.0</c:v>
                </c:pt>
                <c:pt idx="369">
                  <c:v>43466.0</c:v>
                </c:pt>
              </c:numCache>
            </c:numRef>
          </c:cat>
          <c:val>
            <c:numRef>
              <c:f>Sheet1!$D$2:$D$371</c:f>
              <c:numCache>
                <c:formatCode>General</c:formatCode>
                <c:ptCount val="370"/>
                <c:pt idx="5">
                  <c:v>200.0</c:v>
                </c:pt>
                <c:pt idx="6">
                  <c:v>200.0</c:v>
                </c:pt>
                <c:pt idx="7">
                  <c:v>200.0</c:v>
                </c:pt>
                <c:pt idx="8">
                  <c:v>200.0</c:v>
                </c:pt>
                <c:pt idx="9">
                  <c:v>200.0</c:v>
                </c:pt>
                <c:pt idx="10">
                  <c:v>200.0</c:v>
                </c:pt>
                <c:pt idx="11">
                  <c:v>200.0</c:v>
                </c:pt>
                <c:pt idx="12">
                  <c:v>200.0</c:v>
                </c:pt>
                <c:pt idx="13">
                  <c:v>200.0</c:v>
                </c:pt>
                <c:pt idx="14">
                  <c:v>200.0</c:v>
                </c:pt>
                <c:pt idx="15">
                  <c:v>200.0</c:v>
                </c:pt>
                <c:pt idx="16">
                  <c:v>200.0</c:v>
                </c:pt>
                <c:pt idx="17">
                  <c:v>200.0</c:v>
                </c:pt>
                <c:pt idx="18">
                  <c:v>200.0</c:v>
                </c:pt>
                <c:pt idx="19">
                  <c:v>200.0</c:v>
                </c:pt>
                <c:pt idx="20">
                  <c:v>200.0</c:v>
                </c:pt>
                <c:pt idx="21">
                  <c:v>200.0</c:v>
                </c:pt>
                <c:pt idx="22">
                  <c:v>200.0</c:v>
                </c:pt>
                <c:pt idx="23">
                  <c:v>200.0</c:v>
                </c:pt>
                <c:pt idx="24">
                  <c:v>200.0</c:v>
                </c:pt>
                <c:pt idx="25">
                  <c:v>200.0</c:v>
                </c:pt>
                <c:pt idx="26">
                  <c:v>200.0</c:v>
                </c:pt>
                <c:pt idx="27">
                  <c:v>200.0</c:v>
                </c:pt>
                <c:pt idx="28">
                  <c:v>200.0</c:v>
                </c:pt>
                <c:pt idx="29">
                  <c:v>200.0</c:v>
                </c:pt>
                <c:pt idx="30">
                  <c:v>200.0</c:v>
                </c:pt>
                <c:pt idx="31">
                  <c:v>200.0</c:v>
                </c:pt>
                <c:pt idx="32">
                  <c:v>200.0</c:v>
                </c:pt>
                <c:pt idx="33">
                  <c:v>200.0</c:v>
                </c:pt>
                <c:pt idx="34">
                  <c:v>200.0</c:v>
                </c:pt>
                <c:pt idx="35">
                  <c:v>200.0</c:v>
                </c:pt>
                <c:pt idx="36">
                  <c:v>200.0</c:v>
                </c:pt>
                <c:pt idx="37">
                  <c:v>200.0</c:v>
                </c:pt>
                <c:pt idx="38">
                  <c:v>200.0</c:v>
                </c:pt>
                <c:pt idx="39">
                  <c:v>200.0</c:v>
                </c:pt>
                <c:pt idx="40">
                  <c:v>200.0</c:v>
                </c:pt>
                <c:pt idx="41">
                  <c:v>200.0</c:v>
                </c:pt>
                <c:pt idx="42">
                  <c:v>200.0</c:v>
                </c:pt>
                <c:pt idx="43">
                  <c:v>200.0</c:v>
                </c:pt>
                <c:pt idx="44">
                  <c:v>200.0</c:v>
                </c:pt>
                <c:pt idx="45">
                  <c:v>200.0</c:v>
                </c:pt>
                <c:pt idx="46">
                  <c:v>200.0</c:v>
                </c:pt>
                <c:pt idx="47">
                  <c:v>200.0</c:v>
                </c:pt>
                <c:pt idx="48">
                  <c:v>200.0</c:v>
                </c:pt>
                <c:pt idx="49">
                  <c:v>200.0</c:v>
                </c:pt>
                <c:pt idx="50">
                  <c:v>200.0</c:v>
                </c:pt>
                <c:pt idx="51">
                  <c:v>200.0</c:v>
                </c:pt>
                <c:pt idx="52">
                  <c:v>200.0</c:v>
                </c:pt>
                <c:pt idx="53">
                  <c:v>200.0</c:v>
                </c:pt>
                <c:pt idx="54">
                  <c:v>200.0</c:v>
                </c:pt>
                <c:pt idx="55">
                  <c:v>200.0</c:v>
                </c:pt>
                <c:pt idx="56">
                  <c:v>200.0</c:v>
                </c:pt>
                <c:pt idx="57">
                  <c:v>200.0</c:v>
                </c:pt>
                <c:pt idx="58">
                  <c:v>200.0</c:v>
                </c:pt>
                <c:pt idx="59">
                  <c:v>200.0</c:v>
                </c:pt>
                <c:pt idx="60">
                  <c:v>200.0</c:v>
                </c:pt>
                <c:pt idx="61">
                  <c:v>200.0</c:v>
                </c:pt>
                <c:pt idx="62">
                  <c:v>200.0</c:v>
                </c:pt>
                <c:pt idx="63">
                  <c:v>200.0</c:v>
                </c:pt>
                <c:pt idx="64">
                  <c:v>240.041</c:v>
                </c:pt>
                <c:pt idx="65">
                  <c:v>242.033</c:v>
                </c:pt>
                <c:pt idx="66">
                  <c:v>244.048</c:v>
                </c:pt>
                <c:pt idx="67">
                  <c:v>246.062</c:v>
                </c:pt>
                <c:pt idx="68">
                  <c:v>248.076</c:v>
                </c:pt>
                <c:pt idx="69">
                  <c:v>250.09</c:v>
                </c:pt>
                <c:pt idx="70">
                  <c:v>252.103</c:v>
                </c:pt>
                <c:pt idx="71">
                  <c:v>254.117</c:v>
                </c:pt>
                <c:pt idx="72">
                  <c:v>256.131</c:v>
                </c:pt>
                <c:pt idx="73">
                  <c:v>258.144</c:v>
                </c:pt>
                <c:pt idx="74">
                  <c:v>258.845</c:v>
                </c:pt>
                <c:pt idx="75">
                  <c:v>258.306</c:v>
                </c:pt>
                <c:pt idx="76">
                  <c:v>260.29</c:v>
                </c:pt>
                <c:pt idx="77">
                  <c:v>262.274</c:v>
                </c:pt>
                <c:pt idx="78">
                  <c:v>264.258</c:v>
                </c:pt>
                <c:pt idx="79">
                  <c:v>266.242</c:v>
                </c:pt>
                <c:pt idx="80">
                  <c:v>268.226</c:v>
                </c:pt>
                <c:pt idx="81">
                  <c:v>270.21</c:v>
                </c:pt>
                <c:pt idx="82">
                  <c:v>272.194</c:v>
                </c:pt>
                <c:pt idx="83">
                  <c:v>274.177</c:v>
                </c:pt>
                <c:pt idx="84">
                  <c:v>276.161</c:v>
                </c:pt>
                <c:pt idx="85">
                  <c:v>278.145</c:v>
                </c:pt>
                <c:pt idx="86">
                  <c:v>280.129</c:v>
                </c:pt>
                <c:pt idx="87">
                  <c:v>282.113</c:v>
                </c:pt>
                <c:pt idx="88">
                  <c:v>284.097</c:v>
                </c:pt>
                <c:pt idx="89">
                  <c:v>286.081</c:v>
                </c:pt>
                <c:pt idx="90">
                  <c:v>288.065</c:v>
                </c:pt>
                <c:pt idx="91">
                  <c:v>290.048</c:v>
                </c:pt>
                <c:pt idx="92">
                  <c:v>292.032</c:v>
                </c:pt>
                <c:pt idx="93">
                  <c:v>294.016</c:v>
                </c:pt>
                <c:pt idx="94">
                  <c:v>296.0</c:v>
                </c:pt>
                <c:pt idx="95">
                  <c:v>320.361</c:v>
                </c:pt>
                <c:pt idx="96">
                  <c:v>320.355</c:v>
                </c:pt>
                <c:pt idx="97">
                  <c:v>320.349</c:v>
                </c:pt>
                <c:pt idx="98">
                  <c:v>320.343</c:v>
                </c:pt>
                <c:pt idx="99">
                  <c:v>320.336</c:v>
                </c:pt>
                <c:pt idx="100">
                  <c:v>320.33</c:v>
                </c:pt>
                <c:pt idx="101">
                  <c:v>320.323</c:v>
                </c:pt>
                <c:pt idx="102">
                  <c:v>320.287</c:v>
                </c:pt>
                <c:pt idx="103">
                  <c:v>320.289</c:v>
                </c:pt>
                <c:pt idx="104">
                  <c:v>320.29</c:v>
                </c:pt>
                <c:pt idx="105">
                  <c:v>324.208</c:v>
                </c:pt>
                <c:pt idx="106">
                  <c:v>324.209</c:v>
                </c:pt>
                <c:pt idx="107">
                  <c:v>324.21</c:v>
                </c:pt>
                <c:pt idx="108">
                  <c:v>325.479</c:v>
                </c:pt>
                <c:pt idx="109">
                  <c:v>325.479</c:v>
                </c:pt>
                <c:pt idx="110">
                  <c:v>325.479</c:v>
                </c:pt>
                <c:pt idx="111">
                  <c:v>325.479</c:v>
                </c:pt>
                <c:pt idx="112">
                  <c:v>325.479</c:v>
                </c:pt>
                <c:pt idx="113">
                  <c:v>325.479</c:v>
                </c:pt>
                <c:pt idx="114">
                  <c:v>325.479</c:v>
                </c:pt>
                <c:pt idx="115">
                  <c:v>325.479</c:v>
                </c:pt>
                <c:pt idx="116">
                  <c:v>325.479</c:v>
                </c:pt>
                <c:pt idx="117">
                  <c:v>325.479</c:v>
                </c:pt>
                <c:pt idx="118">
                  <c:v>325.479</c:v>
                </c:pt>
                <c:pt idx="119">
                  <c:v>325.479</c:v>
                </c:pt>
                <c:pt idx="120">
                  <c:v>325.479</c:v>
                </c:pt>
                <c:pt idx="121">
                  <c:v>325.479</c:v>
                </c:pt>
                <c:pt idx="122">
                  <c:v>325.479</c:v>
                </c:pt>
                <c:pt idx="123">
                  <c:v>325.479</c:v>
                </c:pt>
                <c:pt idx="124">
                  <c:v>325.479</c:v>
                </c:pt>
                <c:pt idx="125">
                  <c:v>325.479</c:v>
                </c:pt>
                <c:pt idx="126">
                  <c:v>325.479</c:v>
                </c:pt>
                <c:pt idx="127">
                  <c:v>325.479</c:v>
                </c:pt>
                <c:pt idx="128">
                  <c:v>325.479</c:v>
                </c:pt>
                <c:pt idx="129">
                  <c:v>325.479</c:v>
                </c:pt>
                <c:pt idx="130">
                  <c:v>325.479</c:v>
                </c:pt>
                <c:pt idx="131">
                  <c:v>330.421</c:v>
                </c:pt>
                <c:pt idx="132">
                  <c:v>343.951</c:v>
                </c:pt>
                <c:pt idx="133">
                  <c:v>344.629</c:v>
                </c:pt>
                <c:pt idx="134">
                  <c:v>345.306</c:v>
                </c:pt>
                <c:pt idx="135">
                  <c:v>345.984</c:v>
                </c:pt>
                <c:pt idx="136">
                  <c:v>346.661</c:v>
                </c:pt>
                <c:pt idx="137">
                  <c:v>347.338</c:v>
                </c:pt>
                <c:pt idx="138">
                  <c:v>348.016</c:v>
                </c:pt>
                <c:pt idx="139">
                  <c:v>348.693</c:v>
                </c:pt>
                <c:pt idx="140">
                  <c:v>349.371</c:v>
                </c:pt>
                <c:pt idx="141">
                  <c:v>350.048</c:v>
                </c:pt>
                <c:pt idx="142">
                  <c:v>350.726</c:v>
                </c:pt>
                <c:pt idx="143">
                  <c:v>351.403</c:v>
                </c:pt>
                <c:pt idx="144">
                  <c:v>352.08</c:v>
                </c:pt>
                <c:pt idx="145">
                  <c:v>352.758</c:v>
                </c:pt>
                <c:pt idx="146">
                  <c:v>353.435</c:v>
                </c:pt>
                <c:pt idx="147">
                  <c:v>354.113</c:v>
                </c:pt>
                <c:pt idx="148">
                  <c:v>354.79</c:v>
                </c:pt>
                <c:pt idx="149">
                  <c:v>355.467</c:v>
                </c:pt>
                <c:pt idx="150">
                  <c:v>356.145</c:v>
                </c:pt>
                <c:pt idx="151">
                  <c:v>356.822</c:v>
                </c:pt>
                <c:pt idx="152">
                  <c:v>357.5</c:v>
                </c:pt>
                <c:pt idx="153">
                  <c:v>358.177</c:v>
                </c:pt>
                <c:pt idx="154">
                  <c:v>358.855</c:v>
                </c:pt>
                <c:pt idx="155">
                  <c:v>359.532</c:v>
                </c:pt>
                <c:pt idx="156">
                  <c:v>357.428</c:v>
                </c:pt>
                <c:pt idx="157">
                  <c:v>355.462</c:v>
                </c:pt>
                <c:pt idx="158">
                  <c:v>353.495</c:v>
                </c:pt>
                <c:pt idx="159">
                  <c:v>351.528</c:v>
                </c:pt>
                <c:pt idx="160">
                  <c:v>349.562</c:v>
                </c:pt>
                <c:pt idx="161">
                  <c:v>347.595</c:v>
                </c:pt>
                <c:pt idx="162">
                  <c:v>345.628</c:v>
                </c:pt>
                <c:pt idx="163">
                  <c:v>343.662</c:v>
                </c:pt>
                <c:pt idx="164">
                  <c:v>341.695</c:v>
                </c:pt>
                <c:pt idx="165">
                  <c:v>340.479</c:v>
                </c:pt>
                <c:pt idx="166">
                  <c:v>340.479</c:v>
                </c:pt>
                <c:pt idx="167">
                  <c:v>340.479</c:v>
                </c:pt>
                <c:pt idx="168">
                  <c:v>340.479</c:v>
                </c:pt>
                <c:pt idx="169">
                  <c:v>340.479</c:v>
                </c:pt>
                <c:pt idx="170">
                  <c:v>340.479</c:v>
                </c:pt>
                <c:pt idx="171">
                  <c:v>340.479</c:v>
                </c:pt>
                <c:pt idx="172">
                  <c:v>340.479</c:v>
                </c:pt>
                <c:pt idx="173">
                  <c:v>340.479</c:v>
                </c:pt>
                <c:pt idx="174">
                  <c:v>340.479</c:v>
                </c:pt>
                <c:pt idx="175">
                  <c:v>340.479</c:v>
                </c:pt>
                <c:pt idx="176">
                  <c:v>339.7</c:v>
                </c:pt>
                <c:pt idx="177">
                  <c:v>338.006</c:v>
                </c:pt>
                <c:pt idx="178">
                  <c:v>337.97</c:v>
                </c:pt>
                <c:pt idx="179">
                  <c:v>337.941</c:v>
                </c:pt>
                <c:pt idx="180">
                  <c:v>337.912</c:v>
                </c:pt>
                <c:pt idx="181">
                  <c:v>337.884</c:v>
                </c:pt>
                <c:pt idx="182">
                  <c:v>337.897</c:v>
                </c:pt>
                <c:pt idx="183">
                  <c:v>337.878</c:v>
                </c:pt>
                <c:pt idx="184">
                  <c:v>337.858</c:v>
                </c:pt>
                <c:pt idx="185">
                  <c:v>337.839</c:v>
                </c:pt>
                <c:pt idx="186">
                  <c:v>341.753</c:v>
                </c:pt>
                <c:pt idx="187">
                  <c:v>341.729</c:v>
                </c:pt>
                <c:pt idx="188">
                  <c:v>341.705</c:v>
                </c:pt>
                <c:pt idx="189">
                  <c:v>341.681</c:v>
                </c:pt>
                <c:pt idx="190">
                  <c:v>341.657</c:v>
                </c:pt>
                <c:pt idx="191">
                  <c:v>341.634</c:v>
                </c:pt>
                <c:pt idx="192">
                  <c:v>341.61</c:v>
                </c:pt>
                <c:pt idx="193">
                  <c:v>341.587</c:v>
                </c:pt>
                <c:pt idx="194">
                  <c:v>341.564</c:v>
                </c:pt>
                <c:pt idx="195">
                  <c:v>341.542</c:v>
                </c:pt>
                <c:pt idx="196">
                  <c:v>341.519</c:v>
                </c:pt>
                <c:pt idx="197">
                  <c:v>341.497</c:v>
                </c:pt>
                <c:pt idx="198">
                  <c:v>341.475</c:v>
                </c:pt>
                <c:pt idx="199">
                  <c:v>341.453</c:v>
                </c:pt>
                <c:pt idx="200">
                  <c:v>341.431</c:v>
                </c:pt>
                <c:pt idx="201">
                  <c:v>341.41</c:v>
                </c:pt>
                <c:pt idx="202">
                  <c:v>341.388</c:v>
                </c:pt>
                <c:pt idx="203">
                  <c:v>341.367</c:v>
                </c:pt>
                <c:pt idx="204">
                  <c:v>341.346</c:v>
                </c:pt>
                <c:pt idx="205">
                  <c:v>341.326</c:v>
                </c:pt>
                <c:pt idx="206">
                  <c:v>340.947</c:v>
                </c:pt>
                <c:pt idx="207">
                  <c:v>339.854</c:v>
                </c:pt>
                <c:pt idx="208">
                  <c:v>338.76</c:v>
                </c:pt>
                <c:pt idx="209">
                  <c:v>337.667</c:v>
                </c:pt>
                <c:pt idx="210">
                  <c:v>336.574</c:v>
                </c:pt>
                <c:pt idx="211">
                  <c:v>335.481</c:v>
                </c:pt>
                <c:pt idx="212">
                  <c:v>334.388</c:v>
                </c:pt>
                <c:pt idx="213">
                  <c:v>333.295</c:v>
                </c:pt>
                <c:pt idx="214">
                  <c:v>332.202</c:v>
                </c:pt>
                <c:pt idx="215">
                  <c:v>331.109</c:v>
                </c:pt>
                <c:pt idx="216">
                  <c:v>330.016</c:v>
                </c:pt>
                <c:pt idx="217">
                  <c:v>315.553</c:v>
                </c:pt>
                <c:pt idx="218">
                  <c:v>314.46</c:v>
                </c:pt>
                <c:pt idx="219">
                  <c:v>313.366</c:v>
                </c:pt>
                <c:pt idx="220">
                  <c:v>312.273</c:v>
                </c:pt>
                <c:pt idx="221">
                  <c:v>311.179</c:v>
                </c:pt>
                <c:pt idx="222">
                  <c:v>310.086</c:v>
                </c:pt>
                <c:pt idx="223">
                  <c:v>308.992</c:v>
                </c:pt>
                <c:pt idx="224">
                  <c:v>307.899</c:v>
                </c:pt>
                <c:pt idx="225">
                  <c:v>306.806</c:v>
                </c:pt>
                <c:pt idx="226">
                  <c:v>305.713</c:v>
                </c:pt>
                <c:pt idx="227">
                  <c:v>304.62</c:v>
                </c:pt>
                <c:pt idx="228">
                  <c:v>303.527</c:v>
                </c:pt>
                <c:pt idx="229">
                  <c:v>302.434</c:v>
                </c:pt>
                <c:pt idx="230">
                  <c:v>301.341</c:v>
                </c:pt>
                <c:pt idx="231">
                  <c:v>300.249</c:v>
                </c:pt>
                <c:pt idx="232">
                  <c:v>299.156</c:v>
                </c:pt>
                <c:pt idx="233">
                  <c:v>298.064</c:v>
                </c:pt>
                <c:pt idx="234">
                  <c:v>296.971</c:v>
                </c:pt>
                <c:pt idx="235">
                  <c:v>295.879</c:v>
                </c:pt>
                <c:pt idx="236">
                  <c:v>294.787</c:v>
                </c:pt>
                <c:pt idx="237">
                  <c:v>293.695</c:v>
                </c:pt>
                <c:pt idx="238">
                  <c:v>292.603</c:v>
                </c:pt>
                <c:pt idx="239">
                  <c:v>291.511</c:v>
                </c:pt>
                <c:pt idx="240">
                  <c:v>290.419</c:v>
                </c:pt>
                <c:pt idx="241">
                  <c:v>289.327</c:v>
                </c:pt>
                <c:pt idx="242">
                  <c:v>288.236</c:v>
                </c:pt>
                <c:pt idx="243">
                  <c:v>287.144</c:v>
                </c:pt>
                <c:pt idx="244">
                  <c:v>286.053</c:v>
                </c:pt>
                <c:pt idx="245">
                  <c:v>284.962</c:v>
                </c:pt>
                <c:pt idx="246">
                  <c:v>283.87</c:v>
                </c:pt>
                <c:pt idx="247">
                  <c:v>282.779</c:v>
                </c:pt>
                <c:pt idx="248">
                  <c:v>276.012</c:v>
                </c:pt>
                <c:pt idx="249">
                  <c:v>272.212</c:v>
                </c:pt>
                <c:pt idx="250">
                  <c:v>268.413</c:v>
                </c:pt>
                <c:pt idx="251">
                  <c:v>264.613</c:v>
                </c:pt>
                <c:pt idx="252">
                  <c:v>260.814</c:v>
                </c:pt>
                <c:pt idx="253">
                  <c:v>257.015</c:v>
                </c:pt>
                <c:pt idx="254">
                  <c:v>253.216</c:v>
                </c:pt>
                <c:pt idx="255">
                  <c:v>249.417</c:v>
                </c:pt>
                <c:pt idx="256">
                  <c:v>245.618</c:v>
                </c:pt>
                <c:pt idx="257">
                  <c:v>241.82</c:v>
                </c:pt>
                <c:pt idx="258">
                  <c:v>238.021</c:v>
                </c:pt>
                <c:pt idx="259">
                  <c:v>234.223</c:v>
                </c:pt>
                <c:pt idx="260">
                  <c:v>230.425</c:v>
                </c:pt>
                <c:pt idx="261">
                  <c:v>226.627</c:v>
                </c:pt>
                <c:pt idx="262">
                  <c:v>222.829</c:v>
                </c:pt>
                <c:pt idx="263">
                  <c:v>219.792</c:v>
                </c:pt>
                <c:pt idx="264">
                  <c:v>216.756</c:v>
                </c:pt>
                <c:pt idx="265">
                  <c:v>213.719</c:v>
                </c:pt>
                <c:pt idx="266">
                  <c:v>210.683</c:v>
                </c:pt>
                <c:pt idx="267">
                  <c:v>207.647</c:v>
                </c:pt>
                <c:pt idx="268">
                  <c:v>204.61</c:v>
                </c:pt>
                <c:pt idx="269">
                  <c:v>207.848</c:v>
                </c:pt>
                <c:pt idx="270">
                  <c:v>211.085</c:v>
                </c:pt>
                <c:pt idx="271">
                  <c:v>214.322</c:v>
                </c:pt>
                <c:pt idx="272">
                  <c:v>217.56</c:v>
                </c:pt>
                <c:pt idx="273">
                  <c:v>220.797</c:v>
                </c:pt>
                <c:pt idx="274">
                  <c:v>224.034</c:v>
                </c:pt>
                <c:pt idx="275">
                  <c:v>227.271</c:v>
                </c:pt>
                <c:pt idx="276">
                  <c:v>230.508</c:v>
                </c:pt>
                <c:pt idx="277">
                  <c:v>233.745</c:v>
                </c:pt>
                <c:pt idx="278">
                  <c:v>219.177</c:v>
                </c:pt>
                <c:pt idx="279">
                  <c:v>219.863</c:v>
                </c:pt>
                <c:pt idx="280">
                  <c:v>220.548</c:v>
                </c:pt>
                <c:pt idx="281">
                  <c:v>221.234</c:v>
                </c:pt>
                <c:pt idx="282">
                  <c:v>221.919</c:v>
                </c:pt>
                <c:pt idx="283">
                  <c:v>222.604</c:v>
                </c:pt>
                <c:pt idx="284">
                  <c:v>223.289</c:v>
                </c:pt>
                <c:pt idx="285">
                  <c:v>223.974</c:v>
                </c:pt>
                <c:pt idx="286">
                  <c:v>224.659</c:v>
                </c:pt>
                <c:pt idx="287">
                  <c:v>225.344</c:v>
                </c:pt>
                <c:pt idx="288">
                  <c:v>226.029</c:v>
                </c:pt>
                <c:pt idx="289">
                  <c:v>226.714</c:v>
                </c:pt>
                <c:pt idx="290">
                  <c:v>227.399</c:v>
                </c:pt>
                <c:pt idx="291">
                  <c:v>228.084</c:v>
                </c:pt>
                <c:pt idx="292">
                  <c:v>228.769</c:v>
                </c:pt>
                <c:pt idx="293">
                  <c:v>229.454</c:v>
                </c:pt>
                <c:pt idx="294">
                  <c:v>230.139</c:v>
                </c:pt>
                <c:pt idx="295">
                  <c:v>230.824</c:v>
                </c:pt>
                <c:pt idx="296">
                  <c:v>231.509</c:v>
                </c:pt>
                <c:pt idx="297">
                  <c:v>232.193</c:v>
                </c:pt>
                <c:pt idx="298">
                  <c:v>232.878</c:v>
                </c:pt>
                <c:pt idx="299">
                  <c:v>233.563</c:v>
                </c:pt>
                <c:pt idx="300">
                  <c:v>234.248</c:v>
                </c:pt>
                <c:pt idx="301">
                  <c:v>234.932</c:v>
                </c:pt>
                <c:pt idx="302">
                  <c:v>235.617</c:v>
                </c:pt>
                <c:pt idx="303">
                  <c:v>236.302</c:v>
                </c:pt>
                <c:pt idx="304">
                  <c:v>236.986</c:v>
                </c:pt>
                <c:pt idx="305">
                  <c:v>237.671</c:v>
                </c:pt>
                <c:pt idx="306">
                  <c:v>238.356</c:v>
                </c:pt>
                <c:pt idx="307">
                  <c:v>239.04</c:v>
                </c:pt>
                <c:pt idx="308">
                  <c:v>239.725</c:v>
                </c:pt>
                <c:pt idx="309">
                  <c:v>233.733</c:v>
                </c:pt>
                <c:pt idx="310">
                  <c:v>233.467</c:v>
                </c:pt>
                <c:pt idx="311">
                  <c:v>233.2</c:v>
                </c:pt>
                <c:pt idx="312">
                  <c:v>232.933</c:v>
                </c:pt>
                <c:pt idx="313">
                  <c:v>232.667</c:v>
                </c:pt>
                <c:pt idx="314">
                  <c:v>232.4</c:v>
                </c:pt>
                <c:pt idx="315">
                  <c:v>232.133</c:v>
                </c:pt>
                <c:pt idx="316">
                  <c:v>231.867</c:v>
                </c:pt>
                <c:pt idx="317">
                  <c:v>231.6</c:v>
                </c:pt>
                <c:pt idx="318">
                  <c:v>231.333</c:v>
                </c:pt>
                <c:pt idx="319">
                  <c:v>231.067</c:v>
                </c:pt>
                <c:pt idx="320">
                  <c:v>230.8</c:v>
                </c:pt>
                <c:pt idx="321">
                  <c:v>230.533</c:v>
                </c:pt>
                <c:pt idx="322">
                  <c:v>230.267</c:v>
                </c:pt>
                <c:pt idx="323">
                  <c:v>230.0</c:v>
                </c:pt>
                <c:pt idx="324">
                  <c:v>229.733</c:v>
                </c:pt>
                <c:pt idx="325">
                  <c:v>229.467</c:v>
                </c:pt>
                <c:pt idx="326">
                  <c:v>229.2</c:v>
                </c:pt>
                <c:pt idx="327">
                  <c:v>228.933</c:v>
                </c:pt>
                <c:pt idx="328">
                  <c:v>228.667</c:v>
                </c:pt>
                <c:pt idx="329">
                  <c:v>228.4</c:v>
                </c:pt>
                <c:pt idx="330">
                  <c:v>228.133</c:v>
                </c:pt>
                <c:pt idx="331">
                  <c:v>227.867</c:v>
                </c:pt>
                <c:pt idx="332">
                  <c:v>227.6</c:v>
                </c:pt>
                <c:pt idx="333">
                  <c:v>227.333</c:v>
                </c:pt>
                <c:pt idx="334">
                  <c:v>227.067</c:v>
                </c:pt>
                <c:pt idx="335">
                  <c:v>226.8</c:v>
                </c:pt>
                <c:pt idx="336">
                  <c:v>226.533</c:v>
                </c:pt>
                <c:pt idx="337">
                  <c:v>226.267</c:v>
                </c:pt>
                <c:pt idx="338">
                  <c:v>226.0</c:v>
                </c:pt>
                <c:pt idx="339">
                  <c:v>200.0</c:v>
                </c:pt>
                <c:pt idx="340">
                  <c:v>200.0</c:v>
                </c:pt>
                <c:pt idx="341">
                  <c:v>200.0</c:v>
                </c:pt>
                <c:pt idx="342">
                  <c:v>200.0</c:v>
                </c:pt>
                <c:pt idx="343">
                  <c:v>200.0</c:v>
                </c:pt>
                <c:pt idx="344">
                  <c:v>200.0</c:v>
                </c:pt>
                <c:pt idx="345">
                  <c:v>200.0</c:v>
                </c:pt>
                <c:pt idx="346">
                  <c:v>200.0</c:v>
                </c:pt>
                <c:pt idx="347">
                  <c:v>200.0</c:v>
                </c:pt>
                <c:pt idx="348">
                  <c:v>200.0</c:v>
                </c:pt>
                <c:pt idx="349">
                  <c:v>200.0</c:v>
                </c:pt>
                <c:pt idx="350">
                  <c:v>200.0</c:v>
                </c:pt>
                <c:pt idx="351">
                  <c:v>200.0</c:v>
                </c:pt>
                <c:pt idx="352">
                  <c:v>200.0</c:v>
                </c:pt>
                <c:pt idx="353">
                  <c:v>200.0</c:v>
                </c:pt>
                <c:pt idx="354">
                  <c:v>200.0</c:v>
                </c:pt>
                <c:pt idx="355">
                  <c:v>200.0</c:v>
                </c:pt>
                <c:pt idx="356">
                  <c:v>200.0</c:v>
                </c:pt>
                <c:pt idx="357">
                  <c:v>200.0</c:v>
                </c:pt>
                <c:pt idx="358">
                  <c:v>200.0</c:v>
                </c:pt>
                <c:pt idx="359">
                  <c:v>200.0</c:v>
                </c:pt>
                <c:pt idx="360">
                  <c:v>200.0</c:v>
                </c:pt>
                <c:pt idx="361">
                  <c:v>200.0</c:v>
                </c:pt>
                <c:pt idx="362">
                  <c:v>200.0</c:v>
                </c:pt>
                <c:pt idx="363">
                  <c:v>200.0</c:v>
                </c:pt>
                <c:pt idx="364">
                  <c:v>200.0</c:v>
                </c:pt>
                <c:pt idx="365">
                  <c:v>200.0</c:v>
                </c:pt>
                <c:pt idx="366">
                  <c:v>200.0</c:v>
                </c:pt>
                <c:pt idx="367">
                  <c:v>200.0</c:v>
                </c:pt>
                <c:pt idx="368">
                  <c:v>200.0</c:v>
                </c:pt>
                <c:pt idx="369">
                  <c:v>200.0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yyyy-mm-dd" sourceLinked="1"/>
        <c:majorTickMark val="out"/>
        <c:minorTickMark val="none"/>
        <c:tickLblPos val="nextTo"/>
        <c:crossAx val="2140495176"/>
        <c:crosses val="autoZero"/>
        <c:auto val="1"/>
        <c:lblOffset val="100"/>
        <c:baseTimeUnit val="days"/>
      </c:date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cms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ArborBasin.mdl.</a:t>
            </a:r>
          </a:p>
          <a:p>
            <a:r>
              <a:t>Counts and run horizon are read from the model header.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ArborBasin.mdl. 13 objects, 13 flow links and 2 data links. Link direction is inferred from which end is an inflow slot; data and head links are dashed.</a:t>
            </a:r>
          </a:p>
          <a:p>
            <a:r>
              <a:t>Dashed edges are data and head links, not water: Aspen's tailwater is linked to Birch's pool elevation, and Dogwood's to Elm's. Drawn as a subset of the 41-object network; the whole model on one slide is not readable when projected.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ArborBasin.mdl. 16 objects, 16 flow links and 4 data links. Link direction is inferred from which end is an inflow slot; data and head links are dashed.</a:t>
            </a:r>
          </a:p>
          <a:p>
            <a:r>
              <a:t>Aggregate sites are drawn as single nodes; their districts are separate objects in the model. The two groundwater objects exchange water laterally and are recharged by canal seepage and irrigation returns.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ArborBasin.mdl, object inventory. 6 of 6 objects listed.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rule set "Arbor Basin Rules (from MRM run)" as stored in ArborBasin.mdl. Numbers are agenda positions, not execution order for ASCENDING sets.</a:t>
            </a:r>
          </a:p>
          <a:p>
            <a:r>
              <a:t>Agenda order is ASCENDING, so within a group the rule listed last fires first and the elevation limits, listed first, take final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rule set "Arbor Basin Rules (from MRM run)" as stored in ArborBasin.mdl. Numbers are agenda positions, not execution order for ASCENDING sets.</a:t>
            </a:r>
          </a:p>
          <a:p>
            <a:r>
              <a:t>Cedar.Diversion Min Elevation and Cedar.Pool Elevation Limits are scalar slots written before a run by the input DMIs.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rule set "Arbor Basin Rules (from MRM run)" as stored in ArborBasin.mdl. Numbers are agenda positions, not execution order for ASCENDING sets.</a:t>
            </a:r>
          </a:p>
          <a:p>
            <a:r>
              <a:t>Hickory.Pool Elevation Min to Supplement Irrigation is the scalar threshold in the supplement rule, and is DMI-written.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rule set "Arbor Basin Rules (from MRM run)" as stored in ArborBasin.mdl. Numbers are agenda positions, not execution order for ASCENDING sets.</a:t>
            </a:r>
          </a:p>
          <a:p>
            <a:r>
              <a:t>Both groups call the three shared functions in the set's utility group: OutflowForMinOutflowRules, OutflowForMinElevationRules, OutflowForMaxElevationRules.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rule set "Arbor Basin Rules (from MRM run)" as stored in ArborBasin.mdl. Numbers are agenda positions, not execution order for ASCENDING sets.</a:t>
            </a:r>
          </a:p>
          <a:p>
            <a:r>
              <a:t>These write the System Data slots the output DMIs export after a run: Total Energy, the west- and east-basin irrigation totals, Total Spill Volume, Total Transbasin Diversion, and Total Depletion Shortage.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four are scalar slots on the objects named. The DMIs are listed in the model's DMI catalog: ArborInputDMI, ArborMRMInputs, From Borg-RiverWare, and their output counterparts.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ArborBasin.mdl, stored results for Aspen.Pool Elevation (m), Birch.Pool Elevation (m), Cedar.Pool Elevation (m), Hickory.Pool Elevation (m). 2018-01-01 to 2019-01-01, 366 points. Gaps are timesteps with no stored value.</a:t>
            </a:r>
          </a:p>
          <a:p>
            <a:r>
              <a:t>All four are in metres, so the four traces share one value axis. The elevation ranges differ by more than 100 m, which is why the lower reservoirs look flat.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ArborBasin.mdl, stored results for Cedar.Outflow (cms), Transbasin Diversion.Outflow (cms), Hickory.Outflow (cms). 2017-12-28 to 2019-01-01, 370 points. Gaps are timesteps with no stored value.</a:t>
            </a:r>
          </a:p>
          <a:p>
            <a:r>
              <a:t>All three are flows in cms. The transbasin series is the outflow of the Transbasin Diversion object, which enters the east basin above Hickory.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ArborBasin.mdl.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t>Arbor Basin: how the system is operated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600"/>
              <a:t>ArborBasin.mdl  (RiverWare 9.4)</a:t>
            </a:r>
          </a:p>
          <a:p>
            <a:r>
              <a:rPr sz="1600"/>
              <a:t>Run 2018-01-01 to 2019-01-01, timestep 1 DAY</a:t>
            </a:r>
          </a:p>
          <a:p>
            <a:r>
              <a:rPr sz="1600"/>
              <a:t>41 simulation objects: 11 WaterUser, 7 Reach, 4 LevelPowerReservoir, +10 more types</a:t>
            </a:r>
          </a:p>
          <a:p>
            <a:r>
              <a:rPr sz="1600"/>
              <a:t>2026-08-28</a:t>
            </a:r>
          </a:p>
          <a:p>
            <a:r>
              <a:rPr sz="1600"/>
              <a:t>Structure, operating policy, and one year of simulated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51" y="6420803"/>
            <a:ext cx="1116759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ArborBasin.mdl  |  2026-08-28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What this deck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51" y="1371600"/>
            <a:ext cx="11167593" cy="4972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>
                <a:solidFill>
                  <a:schemeClr val="tx1"/>
                </a:solidFill>
              </a:rPr>
              <a:t>- The physical system: two basins joined by one transbasin diversion</a:t>
            </a:r>
          </a:p>
          <a:p>
            <a:pPr>
              <a:spcAft>
                <a:spcPts val="810"/>
              </a:spcAft>
            </a:pPr>
            <a:r>
              <a:rPr sz="1800">
                <a:solidFill>
                  <a:schemeClr val="tx1"/>
                </a:solidFill>
              </a:rPr>
              <a:t>- The operating policy: nine rule groups, west basin to east basin</a:t>
            </a:r>
          </a:p>
          <a:p>
            <a:pPr>
              <a:spcAft>
                <a:spcPts val="810"/>
              </a:spcAft>
            </a:pPr>
            <a:r>
              <a:rPr sz="1800">
                <a:solidFill>
                  <a:schemeClr val="tx1"/>
                </a:solidFill>
              </a:rPr>
              <a:t>- The decision levers an external workflow can move</a:t>
            </a:r>
          </a:p>
          <a:p>
            <a:pPr>
              <a:spcAft>
                <a:spcPts val="810"/>
              </a:spcAft>
            </a:pPr>
            <a:r>
              <a:rPr sz="1800">
                <a:solidFill>
                  <a:schemeClr val="tx1"/>
                </a:solidFill>
              </a:rPr>
              <a:t>- Simulated results for calendar year 2018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51" y="6420803"/>
            <a:ext cx="1116759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ArborBasin.mdl  |  2026-08-28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1" name="Connector 30"/>
          <p:cNvCxnSpPr>
            <a:stCxn id="9" idx="3"/>
            <a:endCxn id="11" idx="1"/>
          </p:cNvCxnSpPr>
          <p:nvPr/>
        </p:nvCxnSpPr>
        <p:spPr>
          <a:xfrm>
            <a:off x="5401088" y="2936042"/>
            <a:ext cx="205855" cy="746222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13" idx="3"/>
            <a:endCxn id="14" idx="1"/>
          </p:cNvCxnSpPr>
          <p:nvPr/>
        </p:nvCxnSpPr>
        <p:spPr>
          <a:xfrm flipV="1">
            <a:off x="8334512" y="2936042"/>
            <a:ext cx="205854" cy="0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2" idx="3"/>
            <a:endCxn id="13" idx="1"/>
          </p:cNvCxnSpPr>
          <p:nvPr/>
        </p:nvCxnSpPr>
        <p:spPr>
          <a:xfrm flipV="1">
            <a:off x="7356704" y="2936042"/>
            <a:ext cx="205855" cy="0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4" idx="3"/>
            <a:endCxn id="15" idx="1"/>
          </p:cNvCxnSpPr>
          <p:nvPr/>
        </p:nvCxnSpPr>
        <p:spPr>
          <a:xfrm flipV="1">
            <a:off x="9312319" y="2936042"/>
            <a:ext cx="205855" cy="0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5" idx="3"/>
            <a:endCxn id="16" idx="1"/>
          </p:cNvCxnSpPr>
          <p:nvPr/>
        </p:nvCxnSpPr>
        <p:spPr>
          <a:xfrm flipV="1">
            <a:off x="10290127" y="2936042"/>
            <a:ext cx="205855" cy="0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3" idx="3"/>
            <a:endCxn id="16" idx="1"/>
          </p:cNvCxnSpPr>
          <p:nvPr/>
        </p:nvCxnSpPr>
        <p:spPr>
          <a:xfrm flipV="1">
            <a:off x="8334512" y="2936042"/>
            <a:ext cx="2161470" cy="0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5" idx="3"/>
            <a:endCxn id="12" idx="1"/>
          </p:cNvCxnSpPr>
          <p:nvPr/>
        </p:nvCxnSpPr>
        <p:spPr>
          <a:xfrm flipV="1">
            <a:off x="1489858" y="2936042"/>
            <a:ext cx="5094893" cy="746222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9" idx="3"/>
            <a:endCxn id="10" idx="1"/>
          </p:cNvCxnSpPr>
          <p:nvPr/>
        </p:nvCxnSpPr>
        <p:spPr>
          <a:xfrm flipV="1">
            <a:off x="5401088" y="2936042"/>
            <a:ext cx="205855" cy="0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8" idx="3"/>
            <a:endCxn id="9" idx="1"/>
          </p:cNvCxnSpPr>
          <p:nvPr/>
        </p:nvCxnSpPr>
        <p:spPr>
          <a:xfrm flipV="1">
            <a:off x="4423281" y="2936042"/>
            <a:ext cx="205854" cy="0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2" idx="3"/>
            <a:endCxn id="15" idx="1"/>
          </p:cNvCxnSpPr>
          <p:nvPr/>
        </p:nvCxnSpPr>
        <p:spPr>
          <a:xfrm flipV="1">
            <a:off x="7356704" y="2936042"/>
            <a:ext cx="2161470" cy="0"/>
          </a:xfrm>
          <a:prstGeom prst="line">
            <a:avLst/>
          </a:prstGeom>
          <a:ln w="12700">
            <a:solidFill>
              <a:srgbClr val="B8C4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0" idx="3"/>
            <a:endCxn id="12" idx="1"/>
          </p:cNvCxnSpPr>
          <p:nvPr/>
        </p:nvCxnSpPr>
        <p:spPr>
          <a:xfrm flipV="1">
            <a:off x="6378896" y="2936042"/>
            <a:ext cx="205855" cy="0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7" idx="3"/>
            <a:endCxn id="8" idx="1"/>
          </p:cNvCxnSpPr>
          <p:nvPr/>
        </p:nvCxnSpPr>
        <p:spPr>
          <a:xfrm flipV="1">
            <a:off x="3445473" y="2936042"/>
            <a:ext cx="205855" cy="0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4" idx="3"/>
            <a:endCxn id="7" idx="1"/>
          </p:cNvCxnSpPr>
          <p:nvPr/>
        </p:nvCxnSpPr>
        <p:spPr>
          <a:xfrm flipV="1">
            <a:off x="1489858" y="2936042"/>
            <a:ext cx="1183662" cy="0"/>
          </a:xfrm>
          <a:prstGeom prst="line">
            <a:avLst/>
          </a:prstGeom>
          <a:ln w="12700">
            <a:solidFill>
              <a:srgbClr val="B8C4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6" idx="3"/>
            <a:endCxn id="7" idx="1"/>
          </p:cNvCxnSpPr>
          <p:nvPr/>
        </p:nvCxnSpPr>
        <p:spPr>
          <a:xfrm flipV="1">
            <a:off x="2467665" y="2936042"/>
            <a:ext cx="205855" cy="0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4" idx="3"/>
            <a:endCxn id="6" idx="1"/>
          </p:cNvCxnSpPr>
          <p:nvPr/>
        </p:nvCxnSpPr>
        <p:spPr>
          <a:xfrm flipV="1">
            <a:off x="1489858" y="2936042"/>
            <a:ext cx="205854" cy="0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West basin: a five-reservoir cascade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51" y="6030976"/>
            <a:ext cx="11167593" cy="312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>
                <a:solidFill>
                  <a:schemeClr val="tx1"/>
                </a:solidFill>
              </a:rPr>
              <a:t>- Aspen through Elm, four of them power reservoirs. The Transbasin Diversion at Cedar is the only water leaving this basin.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7905" y="2717322"/>
            <a:ext cx="771953" cy="437440"/>
          </a:xfrm>
          <a:prstGeom prst="roundRect">
            <a:avLst/>
          </a:prstGeom>
          <a:solidFill>
            <a:srgbClr val="F6B26B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Aspen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905" y="3463544"/>
            <a:ext cx="771953" cy="437440"/>
          </a:xfrm>
          <a:prstGeom prst="roundRect">
            <a:avLst/>
          </a:prstGeom>
          <a:solidFill>
            <a:srgbClr val="93C47D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Dogwoo...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5712" y="2717322"/>
            <a:ext cx="771953" cy="437440"/>
          </a:xfrm>
          <a:prstGeom prst="roundRect">
            <a:avLst/>
          </a:prstGeom>
          <a:solidFill>
            <a:srgbClr val="76C7C0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Aspen...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3520" y="2717322"/>
            <a:ext cx="771953" cy="437440"/>
          </a:xfrm>
          <a:prstGeom prst="roundRect">
            <a:avLst/>
          </a:prstGeom>
          <a:solidFill>
            <a:srgbClr val="F6B26B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Birch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1328" y="2717322"/>
            <a:ext cx="771953" cy="437440"/>
          </a:xfrm>
          <a:prstGeom prst="roundRect">
            <a:avLst/>
          </a:prstGeom>
          <a:solidFill>
            <a:srgbClr val="76C7C0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Birch...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29135" y="2717322"/>
            <a:ext cx="771953" cy="437440"/>
          </a:xfrm>
          <a:prstGeom prst="roundRect">
            <a:avLst/>
          </a:prstGeom>
          <a:solidFill>
            <a:srgbClr val="6FA8DC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Cedar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06943" y="2717322"/>
            <a:ext cx="771953" cy="437440"/>
          </a:xfrm>
          <a:prstGeom prst="roundRect">
            <a:avLst/>
          </a:prstGeom>
          <a:solidFill>
            <a:srgbClr val="76C7C0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Cedar...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06943" y="3463544"/>
            <a:ext cx="771953" cy="437440"/>
          </a:xfrm>
          <a:prstGeom prst="roundRect">
            <a:avLst/>
          </a:prstGeom>
          <a:solidFill>
            <a:srgbClr val="FFD966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Transb...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4751" y="2717322"/>
            <a:ext cx="771953" cy="437440"/>
          </a:xfrm>
          <a:prstGeom prst="roundRect">
            <a:avLst/>
          </a:prstGeom>
          <a:solidFill>
            <a:srgbClr val="F6B26B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Dogwood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62559" y="2717322"/>
            <a:ext cx="771953" cy="437440"/>
          </a:xfrm>
          <a:prstGeom prst="roundRect">
            <a:avLst/>
          </a:prstGeom>
          <a:solidFill>
            <a:srgbClr val="76C7C0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Reach...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0366" y="2717322"/>
            <a:ext cx="771953" cy="437440"/>
          </a:xfrm>
          <a:prstGeom prst="roundRect">
            <a:avLst/>
          </a:prstGeom>
          <a:solidFill>
            <a:srgbClr val="76C7C0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Dogwoo...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18174" y="2717322"/>
            <a:ext cx="771953" cy="437440"/>
          </a:xfrm>
          <a:prstGeom prst="roundRect">
            <a:avLst/>
          </a:prstGeom>
          <a:solidFill>
            <a:srgbClr val="F6B26B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Elm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95982" y="2717322"/>
            <a:ext cx="771953" cy="437440"/>
          </a:xfrm>
          <a:prstGeom prst="roundRect">
            <a:avLst/>
          </a:prstGeom>
          <a:solidFill>
            <a:srgbClr val="93C47D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Easter...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51" y="5603036"/>
            <a:ext cx="137160" cy="137160"/>
          </a:xfrm>
          <a:prstGeom prst="rect">
            <a:avLst/>
          </a:prstGeom>
          <a:solidFill>
            <a:srgbClr val="FFD966"/>
          </a:solidFill>
          <a:ln w="6350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217" y="5567375"/>
            <a:ext cx="82753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Diversion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24749" y="5603036"/>
            <a:ext cx="137160" cy="137160"/>
          </a:xfrm>
          <a:prstGeom prst="rect">
            <a:avLst/>
          </a:prstGeom>
          <a:solidFill>
            <a:srgbClr val="F6B26B"/>
          </a:solidFill>
          <a:ln w="6350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09915" y="5567375"/>
            <a:ext cx="19156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Power reservoir / plant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25583" y="5603036"/>
            <a:ext cx="137160" cy="137160"/>
          </a:xfrm>
          <a:prstGeom prst="rect">
            <a:avLst/>
          </a:prstGeom>
          <a:solidFill>
            <a:srgbClr val="76C7C0"/>
          </a:solidFill>
          <a:ln w="6350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10749" y="5567375"/>
            <a:ext cx="5166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Reach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7385" y="5603036"/>
            <a:ext cx="137160" cy="137160"/>
          </a:xfrm>
          <a:prstGeom prst="rect">
            <a:avLst/>
          </a:prstGeom>
          <a:solidFill>
            <a:srgbClr val="6FA8DC"/>
          </a:solidFill>
          <a:ln w="6350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2551" y="5567375"/>
            <a:ext cx="144932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Storage reservoir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61875" y="5603036"/>
            <a:ext cx="137160" cy="137160"/>
          </a:xfrm>
          <a:prstGeom prst="rect">
            <a:avLst/>
          </a:prstGeom>
          <a:solidFill>
            <a:srgbClr val="93C47D"/>
          </a:solidFill>
          <a:ln w="6350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7041" y="5567375"/>
            <a:ext cx="9052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Water user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51" y="6420803"/>
            <a:ext cx="1116759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ArborBasin.mdl  |  2026-08-28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9" name="Connector 38"/>
          <p:cNvCxnSpPr>
            <a:stCxn id="9" idx="3"/>
            <a:endCxn id="13" idx="1"/>
          </p:cNvCxnSpPr>
          <p:nvPr/>
        </p:nvCxnSpPr>
        <p:spPr>
          <a:xfrm>
            <a:off x="4068211" y="2818711"/>
            <a:ext cx="249556" cy="1459695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9" idx="3"/>
            <a:endCxn id="13" idx="1"/>
          </p:cNvCxnSpPr>
          <p:nvPr/>
        </p:nvCxnSpPr>
        <p:spPr>
          <a:xfrm>
            <a:off x="4068211" y="2818711"/>
            <a:ext cx="249556" cy="1459695"/>
          </a:xfrm>
          <a:prstGeom prst="line">
            <a:avLst/>
          </a:prstGeom>
          <a:ln w="12700">
            <a:solidFill>
              <a:srgbClr val="B8C4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10" idx="3"/>
            <a:endCxn id="15" idx="1"/>
          </p:cNvCxnSpPr>
          <p:nvPr/>
        </p:nvCxnSpPr>
        <p:spPr>
          <a:xfrm>
            <a:off x="5253598" y="2088863"/>
            <a:ext cx="249556" cy="729848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7" idx="3"/>
            <a:endCxn id="8" idx="1"/>
          </p:cNvCxnSpPr>
          <p:nvPr/>
        </p:nvCxnSpPr>
        <p:spPr>
          <a:xfrm flipV="1">
            <a:off x="2882824" y="2088863"/>
            <a:ext cx="249556" cy="0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19" idx="3"/>
            <a:endCxn id="18" idx="1"/>
          </p:cNvCxnSpPr>
          <p:nvPr/>
        </p:nvCxnSpPr>
        <p:spPr>
          <a:xfrm flipH="1" flipV="1">
            <a:off x="9059314" y="2088863"/>
            <a:ext cx="2121218" cy="0"/>
          </a:xfrm>
          <a:prstGeom prst="line">
            <a:avLst/>
          </a:prstGeom>
          <a:ln w="12700">
            <a:solidFill>
              <a:srgbClr val="B8C4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14" idx="3"/>
            <a:endCxn id="16" idx="1"/>
          </p:cNvCxnSpPr>
          <p:nvPr/>
        </p:nvCxnSpPr>
        <p:spPr>
          <a:xfrm flipV="1">
            <a:off x="6438985" y="2088863"/>
            <a:ext cx="249555" cy="0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12" idx="3"/>
            <a:endCxn id="14" idx="1"/>
          </p:cNvCxnSpPr>
          <p:nvPr/>
        </p:nvCxnSpPr>
        <p:spPr>
          <a:xfrm flipV="1">
            <a:off x="5253598" y="2088863"/>
            <a:ext cx="249556" cy="1459696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16" idx="3"/>
            <a:endCxn id="17" idx="1"/>
          </p:cNvCxnSpPr>
          <p:nvPr/>
        </p:nvCxnSpPr>
        <p:spPr>
          <a:xfrm flipV="1">
            <a:off x="7624371" y="2088863"/>
            <a:ext cx="249556" cy="0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15" idx="3"/>
            <a:endCxn id="17" idx="1"/>
          </p:cNvCxnSpPr>
          <p:nvPr/>
        </p:nvCxnSpPr>
        <p:spPr>
          <a:xfrm flipV="1">
            <a:off x="6438985" y="2088863"/>
            <a:ext cx="1434942" cy="729848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18" idx="3"/>
            <a:endCxn id="19" idx="1"/>
          </p:cNvCxnSpPr>
          <p:nvPr/>
        </p:nvCxnSpPr>
        <p:spPr>
          <a:xfrm flipV="1">
            <a:off x="9995145" y="2088863"/>
            <a:ext cx="249556" cy="0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9" idx="3"/>
            <a:endCxn id="18" idx="1"/>
          </p:cNvCxnSpPr>
          <p:nvPr/>
        </p:nvCxnSpPr>
        <p:spPr>
          <a:xfrm flipH="1" flipV="1">
            <a:off x="9059314" y="2088863"/>
            <a:ext cx="2121218" cy="0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5" idx="3"/>
            <a:endCxn id="18" idx="1"/>
          </p:cNvCxnSpPr>
          <p:nvPr/>
        </p:nvCxnSpPr>
        <p:spPr>
          <a:xfrm flipV="1">
            <a:off x="6438985" y="2088863"/>
            <a:ext cx="2620329" cy="729848"/>
          </a:xfrm>
          <a:prstGeom prst="line">
            <a:avLst/>
          </a:prstGeom>
          <a:ln w="12700">
            <a:solidFill>
              <a:srgbClr val="B8C4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5" idx="3"/>
            <a:endCxn id="18" idx="1"/>
          </p:cNvCxnSpPr>
          <p:nvPr/>
        </p:nvCxnSpPr>
        <p:spPr>
          <a:xfrm flipV="1">
            <a:off x="6438985" y="2088863"/>
            <a:ext cx="2620329" cy="729848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3" idx="3"/>
            <a:endCxn id="18" idx="1"/>
          </p:cNvCxnSpPr>
          <p:nvPr/>
        </p:nvCxnSpPr>
        <p:spPr>
          <a:xfrm flipV="1">
            <a:off x="5253598" y="2088863"/>
            <a:ext cx="3805716" cy="2189543"/>
          </a:xfrm>
          <a:prstGeom prst="line">
            <a:avLst/>
          </a:prstGeom>
          <a:ln w="12700">
            <a:solidFill>
              <a:srgbClr val="B8C4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8" idx="3"/>
            <a:endCxn id="12" idx="1"/>
          </p:cNvCxnSpPr>
          <p:nvPr/>
        </p:nvCxnSpPr>
        <p:spPr>
          <a:xfrm>
            <a:off x="4068211" y="2088863"/>
            <a:ext cx="249556" cy="1459696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6" idx="3"/>
            <a:endCxn id="7" idx="1"/>
          </p:cNvCxnSpPr>
          <p:nvPr/>
        </p:nvCxnSpPr>
        <p:spPr>
          <a:xfrm flipV="1">
            <a:off x="1697437" y="2088863"/>
            <a:ext cx="249556" cy="1459696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4" idx="3"/>
            <a:endCxn id="7" idx="1"/>
          </p:cNvCxnSpPr>
          <p:nvPr/>
        </p:nvCxnSpPr>
        <p:spPr>
          <a:xfrm flipV="1">
            <a:off x="1697437" y="2088863"/>
            <a:ext cx="249556" cy="0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9" idx="3"/>
            <a:endCxn id="10" idx="1"/>
          </p:cNvCxnSpPr>
          <p:nvPr/>
        </p:nvCxnSpPr>
        <p:spPr>
          <a:xfrm flipV="1">
            <a:off x="4068211" y="2088863"/>
            <a:ext cx="249556" cy="729848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9" idx="3"/>
            <a:endCxn id="11" idx="1"/>
          </p:cNvCxnSpPr>
          <p:nvPr/>
        </p:nvCxnSpPr>
        <p:spPr>
          <a:xfrm flipV="1">
            <a:off x="4068211" y="2818711"/>
            <a:ext cx="249556" cy="0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7" idx="3"/>
            <a:endCxn id="9" idx="1"/>
          </p:cNvCxnSpPr>
          <p:nvPr/>
        </p:nvCxnSpPr>
        <p:spPr>
          <a:xfrm>
            <a:off x="2882824" y="2088863"/>
            <a:ext cx="249556" cy="729848"/>
          </a:xfrm>
          <a:prstGeom prst="line">
            <a:avLst/>
          </a:prstGeom>
          <a:ln w="15875">
            <a:solidFill>
              <a:srgbClr val="7B87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East basin: Hickory and the irrigation complex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51" y="5773166"/>
            <a:ext cx="11167593" cy="570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>
                <a:solidFill>
                  <a:schemeClr val="tx1"/>
                </a:solidFill>
              </a:rPr>
              <a:t>- The transbasin water arrives above Hickory, which supplies Juniper, the interstate minimum flow, and the Linden and Mulberry canals.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1606" y="1874943"/>
            <a:ext cx="935831" cy="427841"/>
          </a:xfrm>
          <a:prstGeom prst="roundRect">
            <a:avLst/>
          </a:prstGeom>
          <a:solidFill>
            <a:srgbClr val="B7B7B7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Gage Abo...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1606" y="2604791"/>
            <a:ext cx="935831" cy="427841"/>
          </a:xfrm>
          <a:prstGeom prst="roundRect">
            <a:avLst/>
          </a:prstGeom>
          <a:solidFill>
            <a:srgbClr val="93C47D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Linden I...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606" y="3334639"/>
            <a:ext cx="935831" cy="427841"/>
          </a:xfrm>
          <a:prstGeom prst="roundRect">
            <a:avLst/>
          </a:prstGeom>
          <a:solidFill>
            <a:srgbClr val="FFD966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Transbas...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46993" y="1874943"/>
            <a:ext cx="935831" cy="427841"/>
          </a:xfrm>
          <a:prstGeom prst="roundRect">
            <a:avLst/>
          </a:prstGeom>
          <a:solidFill>
            <a:srgbClr val="6FA8DC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Hickory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32380" y="1874943"/>
            <a:ext cx="935831" cy="427841"/>
          </a:xfrm>
          <a:prstGeom prst="roundRect">
            <a:avLst/>
          </a:prstGeom>
          <a:solidFill>
            <a:srgbClr val="FFD966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Hickory...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32380" y="2604791"/>
            <a:ext cx="935831" cy="427841"/>
          </a:xfrm>
          <a:prstGeom prst="roundRect">
            <a:avLst/>
          </a:prstGeom>
          <a:solidFill>
            <a:srgbClr val="76C7C0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Juniper...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7767" y="1874943"/>
            <a:ext cx="935831" cy="427841"/>
          </a:xfrm>
          <a:prstGeom prst="roundRect">
            <a:avLst/>
          </a:prstGeom>
          <a:solidFill>
            <a:srgbClr val="B7B7B7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Intersta...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7767" y="2604791"/>
            <a:ext cx="935831" cy="427841"/>
          </a:xfrm>
          <a:prstGeom prst="roundRect">
            <a:avLst/>
          </a:prstGeom>
          <a:solidFill>
            <a:srgbClr val="93C47D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Juniper...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7767" y="3334639"/>
            <a:ext cx="935831" cy="427841"/>
          </a:xfrm>
          <a:prstGeom prst="roundRect">
            <a:avLst/>
          </a:prstGeom>
          <a:solidFill>
            <a:srgbClr val="8EC9A0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Linden C...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7767" y="4064486"/>
            <a:ext cx="935831" cy="427841"/>
          </a:xfrm>
          <a:prstGeom prst="roundRect">
            <a:avLst/>
          </a:prstGeom>
          <a:solidFill>
            <a:srgbClr val="C49A6C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Linden G...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3154" y="1874943"/>
            <a:ext cx="935831" cy="427841"/>
          </a:xfrm>
          <a:prstGeom prst="roundRect">
            <a:avLst/>
          </a:prstGeom>
          <a:solidFill>
            <a:srgbClr val="F6B26B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Mulberry...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03154" y="2604791"/>
            <a:ext cx="935831" cy="427841"/>
          </a:xfrm>
          <a:prstGeom prst="roundRect">
            <a:avLst/>
          </a:prstGeom>
          <a:solidFill>
            <a:srgbClr val="76C7C0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Mulberry...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88540" y="1874943"/>
            <a:ext cx="935831" cy="427841"/>
          </a:xfrm>
          <a:prstGeom prst="roundRect">
            <a:avLst/>
          </a:prstGeom>
          <a:solidFill>
            <a:srgbClr val="8EC9A0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Mulberry...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73927" y="1874943"/>
            <a:ext cx="935831" cy="427841"/>
          </a:xfrm>
          <a:prstGeom prst="roundRect">
            <a:avLst/>
          </a:prstGeom>
          <a:solidFill>
            <a:srgbClr val="9FC5E8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Mulberry...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9314" y="1874943"/>
            <a:ext cx="935831" cy="427841"/>
          </a:xfrm>
          <a:prstGeom prst="roundRect">
            <a:avLst/>
          </a:prstGeom>
          <a:solidFill>
            <a:srgbClr val="C49A6C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Mulberry...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4701" y="1874943"/>
            <a:ext cx="935831" cy="427841"/>
          </a:xfrm>
          <a:prstGeom prst="roundRect">
            <a:avLst/>
          </a:prstGeom>
          <a:solidFill>
            <a:srgbClr val="93C47D"/>
          </a:solidFill>
          <a:ln w="9525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>
                <a:solidFill>
                  <a:srgbClr val="1F2933"/>
                </a:solidFill>
              </a:rPr>
              <a:t>Mulberry...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51" y="5345226"/>
            <a:ext cx="137160" cy="137160"/>
          </a:xfrm>
          <a:prstGeom prst="rect">
            <a:avLst/>
          </a:prstGeom>
          <a:solidFill>
            <a:srgbClr val="8EC9A0"/>
          </a:solidFill>
          <a:ln w="6350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7217" y="5309565"/>
            <a:ext cx="5166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Canal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3853" y="5345226"/>
            <a:ext cx="137160" cy="137160"/>
          </a:xfrm>
          <a:prstGeom prst="rect">
            <a:avLst/>
          </a:prstGeom>
          <a:solidFill>
            <a:srgbClr val="9FC5E8"/>
          </a:solidFill>
          <a:ln w="6350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99019" y="5309565"/>
            <a:ext cx="9052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Confluence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04275" y="5345226"/>
            <a:ext cx="137160" cy="137160"/>
          </a:xfrm>
          <a:prstGeom prst="rect">
            <a:avLst/>
          </a:prstGeom>
          <a:solidFill>
            <a:srgbClr val="FFD966"/>
          </a:solidFill>
          <a:ln w="6350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89441" y="5309565"/>
            <a:ext cx="82753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Diversion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16973" y="5345226"/>
            <a:ext cx="137160" cy="137160"/>
          </a:xfrm>
          <a:prstGeom prst="rect">
            <a:avLst/>
          </a:prstGeom>
          <a:solidFill>
            <a:srgbClr val="C49A6C"/>
          </a:solidFill>
          <a:ln w="6350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02139" y="5309565"/>
            <a:ext cx="9829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Groundwater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85119" y="5345226"/>
            <a:ext cx="137160" cy="137160"/>
          </a:xfrm>
          <a:prstGeom prst="rect">
            <a:avLst/>
          </a:prstGeom>
          <a:solidFill>
            <a:srgbClr val="F6B26B"/>
          </a:solidFill>
          <a:ln w="6350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70285" y="5309565"/>
            <a:ext cx="19156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Power reservoir / plant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5953" y="5345226"/>
            <a:ext cx="137160" cy="137160"/>
          </a:xfrm>
          <a:prstGeom prst="rect">
            <a:avLst/>
          </a:prstGeom>
          <a:solidFill>
            <a:srgbClr val="76C7C0"/>
          </a:solidFill>
          <a:ln w="6350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71119" y="5309565"/>
            <a:ext cx="5166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Reach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87755" y="5345226"/>
            <a:ext cx="137160" cy="137160"/>
          </a:xfrm>
          <a:prstGeom prst="rect">
            <a:avLst/>
          </a:prstGeom>
          <a:solidFill>
            <a:srgbClr val="6FA8DC"/>
          </a:solidFill>
          <a:ln w="6350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72921" y="5309565"/>
            <a:ext cx="144932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Storage reservoir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22245" y="5345226"/>
            <a:ext cx="137160" cy="137160"/>
          </a:xfrm>
          <a:prstGeom prst="rect">
            <a:avLst/>
          </a:prstGeom>
          <a:solidFill>
            <a:srgbClr val="B7B7B7"/>
          </a:solidFill>
          <a:ln w="6350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07411" y="5309565"/>
            <a:ext cx="9829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Stream gage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90391" y="5345226"/>
            <a:ext cx="137160" cy="137160"/>
          </a:xfrm>
          <a:prstGeom prst="rect">
            <a:avLst/>
          </a:prstGeom>
          <a:solidFill>
            <a:srgbClr val="93C47D"/>
          </a:solidFill>
          <a:ln w="6350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75557" y="5309565"/>
            <a:ext cx="9052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Water user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51" y="6420803"/>
            <a:ext cx="1116759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ArborBasin.mdl  |  2026-08-28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six reservoirs the policy operates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51" y="6030976"/>
            <a:ext cx="11167593" cy="312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>
                <a:solidFill>
                  <a:schemeClr val="tx1"/>
                </a:solidFill>
              </a:rPr>
              <a:t>- Every rule group below is named for one of these reservoirs.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51" y="1371600"/>
            <a:ext cx="1116759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>
                <a:solidFill>
                  <a:schemeClr val="tx1"/>
                </a:solidFill>
              </a:rPr>
              <a:t>41 objects: 11 WaterUser, 7 Reach, 4 LevelPowerReservoir, 3 AggDiversionSite, 3 DistributionCanal, 2 AggDistributionCanal, +7 more types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051" y="1755648"/>
          <a:ext cx="11167591" cy="4275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574"/>
                <a:gridCol w="2456870"/>
                <a:gridCol w="893407"/>
                <a:gridCol w="4913740"/>
              </a:tblGrid>
              <a:tr h="610761"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Object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Type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Slots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Description</a:t>
                      </a:r>
                    </a:p>
                  </a:txBody>
                  <a:tcPr marL="54864" marR="54864" marT="18288" marB="18288" anchor="ctr"/>
                </a:tc>
              </a:tr>
              <a:tr h="610761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Aspen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LevelPowerReservoir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127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Top reservoir of the west-basin power cascade. Its tailwater is set by Birch's pool ele...</a:t>
                      </a:r>
                    </a:p>
                  </a:txBody>
                  <a:tcPr marL="54864" marR="54864" marT="18288" marB="18288" anchor="ctr"/>
                </a:tc>
              </a:tr>
              <a:tr h="610761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Birch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LevelPowerReservoir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125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Second power reservoir in the west cascade, between Aspen and Cedar. Its pool elevation...</a:t>
                      </a:r>
                    </a:p>
                  </a:txBody>
                  <a:tcPr marL="54864" marR="54864" marT="18288" marB="18288" anchor="ctr"/>
                </a:tc>
              </a:tr>
              <a:tr h="610761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Dogwood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LevelPowerReservoir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127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Power reservoir below Cedar that also diverts directly to Dogwood Irrigation. Its tailw...</a:t>
                      </a:r>
                    </a:p>
                  </a:txBody>
                  <a:tcPr marL="54864" marR="54864" marT="18288" marB="18288" anchor="ctr"/>
                </a:tc>
              </a:tr>
              <a:tr h="610761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Elm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LevelPowerReservoir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126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Bottom reservoir of the west cascade. It is operated to a Pool Elevation Target rather...</a:t>
                      </a:r>
                    </a:p>
                  </a:txBody>
                  <a:tcPr marL="54864" marR="54864" marT="18288" marB="18288" anchor="ctr"/>
                </a:tc>
              </a:tr>
              <a:tr h="610761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Cedar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StorageReservoir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32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Storage workhorse of the west basin and the source of the transbasin diversion. Its Div...</a:t>
                      </a:r>
                    </a:p>
                  </a:txBody>
                  <a:tcPr marL="54864" marR="54864" marT="18288" marB="18288" anchor="ctr"/>
                </a:tc>
              </a:tr>
              <a:tr h="610762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Hickory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StorageReservoir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37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Storage reservoir at the head of the east basin, fed by the Gage Above Hickory inflow p...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12051" y="6420803"/>
            <a:ext cx="1116759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ArborBasin.mdl  |  2026-08-28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West basin, upper cascade: operate, then protect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51" y="1371600"/>
            <a:ext cx="1116759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>
                <a:solidFill>
                  <a:schemeClr val="tx1"/>
                </a:solidFill>
              </a:rPr>
              <a:t>Rule set "Arbor Basin Rules (from MRM run)", agenda order ASCENDING -- the bottom rule fires first, and a rule listed higher fires later and overrides it.</a:t>
            </a:r>
          </a:p>
          <a:p>
            <a:pPr>
              <a:spcAft>
                <a:spcPts val="540"/>
              </a:spcAft>
            </a:pPr>
            <a:r>
              <a:rPr sz="1200">
                <a:solidFill>
                  <a:schemeClr val="tx1"/>
                </a:solidFill>
              </a:rPr>
              <a:t>Operating policy for the Arbor Basin: hold each reservoir between its elevation limits, operate the west cascade to guide curves and targets, move water east through the transba...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2051" y="1993392"/>
          <a:ext cx="11167591" cy="4350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055"/>
                <a:gridCol w="4020333"/>
                <a:gridCol w="6477203"/>
              </a:tblGrid>
              <a:tr h="362521"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#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Group and rules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What it does</a:t>
                      </a:r>
                    </a:p>
                  </a:txBody>
                  <a:tcPr marL="54864" marR="54864" marT="18288" marB="18288" anchor="ctr"/>
                </a:tc>
              </a:tr>
              <a:tr h="362521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Aspen Rules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Draws the pool toward the monthly guide curve, then overrides that if a limit is crossed.</a:t>
                      </a:r>
                    </a:p>
                  </a:txBody>
                  <a:tcPr marL="54864" marR="54864" marT="18288" marB="18288" anchor="ctr"/>
                </a:tc>
              </a:tr>
              <a:tr h="362521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31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Aspen Elevation Max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Increases the release when the pool would exceed its maximum.</a:t>
                      </a:r>
                    </a:p>
                  </a:txBody>
                  <a:tcPr marL="54864" marR="54864" marT="18288" marB="18288" anchor="ctr"/>
                </a:tc>
              </a:tr>
              <a:tr h="362521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32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Aspen Elevation Min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Cuts the release when the pool would fall below its minimum.</a:t>
                      </a:r>
                    </a:p>
                  </a:txBody>
                  <a:tcPr marL="54864" marR="54864" marT="18288" marB="18288" anchor="ctr"/>
                </a:tc>
              </a:tr>
              <a:tr h="362521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33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Aspen Outflow Min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Floors the release at the minimum outflow.</a:t>
                      </a:r>
                    </a:p>
                  </a:txBody>
                  <a:tcPr marL="54864" marR="54864" marT="18288" marB="18288" anchor="ctr"/>
                </a:tc>
              </a:tr>
              <a:tr h="362521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34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Aspen Operate to Guide Curve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The base operation: release to move the pool toward the Elevation Guide Curve.</a:t>
                      </a:r>
                    </a:p>
                  </a:txBody>
                  <a:tcPr marL="54864" marR="54864" marT="18288" marB="18288" anchor="ctr"/>
                </a:tc>
              </a:tr>
              <a:tr h="362521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35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Cause Sporadic Error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A deliberate tripwire: aborts the run when Cedar's Diversion Min Elevation is out of range.</a:t>
                      </a:r>
                    </a:p>
                  </a:txBody>
                  <a:tcPr marL="54864" marR="54864" marT="18288" marB="18288" anchor="ctr"/>
                </a:tc>
              </a:tr>
              <a:tr h="362521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Birch Rules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The same pattern one reservoir down, with an outflow target as the base operation.</a:t>
                      </a:r>
                    </a:p>
                  </a:txBody>
                  <a:tcPr marL="54864" marR="54864" marT="18288" marB="18288" anchor="ctr"/>
                </a:tc>
              </a:tr>
              <a:tr h="362521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27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Birch Elevation Max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Increases the release when the pool would exceed its maximum.</a:t>
                      </a:r>
                    </a:p>
                  </a:txBody>
                  <a:tcPr marL="54864" marR="54864" marT="18288" marB="18288" anchor="ctr"/>
                </a:tc>
              </a:tr>
              <a:tr h="362521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28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Birch Elevation Min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Cuts the release when the pool would fall below its minimum.</a:t>
                      </a:r>
                    </a:p>
                  </a:txBody>
                  <a:tcPr marL="54864" marR="54864" marT="18288" marB="18288" anchor="ctr"/>
                </a:tc>
              </a:tr>
              <a:tr h="362521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29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Birch Outflow Min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Floors the release at the minimum outflow.</a:t>
                      </a:r>
                    </a:p>
                  </a:txBody>
                  <a:tcPr marL="54864" marR="54864" marT="18288" marB="18288" anchor="ctr"/>
                </a:tc>
              </a:tr>
              <a:tr h="362527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30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Birch Outflow Target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The base operation: release to the target outflow.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12051" y="6420803"/>
            <a:ext cx="1116759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ArborBasin.mdl  |  2026-08-28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hinge: what the west basin can spare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51" y="1371600"/>
            <a:ext cx="1116759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>
                <a:solidFill>
                  <a:schemeClr val="tx1"/>
                </a:solidFill>
              </a:rPr>
              <a:t>Rule set "Arbor Basin Rules (from MRM run)", agenda order ASCENDING -- the bottom rule fires first, and a rule listed higher fires later and overrides it.</a:t>
            </a:r>
          </a:p>
          <a:p>
            <a:pPr>
              <a:spcAft>
                <a:spcPts val="540"/>
              </a:spcAft>
            </a:pPr>
            <a:r>
              <a:rPr sz="1200">
                <a:solidFill>
                  <a:schemeClr val="tx1"/>
                </a:solidFill>
              </a:rPr>
              <a:t>Operating policy for the Arbor Basin: hold each reservoir between its elevation limits, operate the west cascade to guide curves and targets, move water east through the transba...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2051" y="1993392"/>
          <a:ext cx="11167591" cy="4350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055"/>
                <a:gridCol w="4020333"/>
                <a:gridCol w="6477203"/>
              </a:tblGrid>
              <a:tr h="435025"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#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Group and rules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What it does</a:t>
                      </a:r>
                    </a:p>
                  </a:txBody>
                  <a:tcPr marL="54864" marR="54864" marT="18288" marB="18288" anchor="ctr"/>
                </a:tc>
              </a:tr>
              <a:tr h="435025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Transbasin Diversion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Decides how much water leaves the west basin for the east.</a:t>
                      </a:r>
                    </a:p>
                  </a:txBody>
                  <a:tcPr marL="54864" marR="54864" marT="18288" marB="18288" anchor="ctr"/>
                </a:tc>
              </a:tr>
              <a:tr h="435025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26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Cedar Available for Diversion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Offers the storage above Cedar's Diversion Min Elevation, plus inflow, less the required minimum outflow.</a:t>
                      </a:r>
                    </a:p>
                  </a:txBody>
                  <a:tcPr marL="54864" marR="54864" marT="18288" marB="18288" anchor="ctr"/>
                </a:tc>
              </a:tr>
              <a:tr h="435025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Cedar Rules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Operates the west basin's storage workhorse to its monthly guide curve.</a:t>
                      </a:r>
                    </a:p>
                  </a:txBody>
                  <a:tcPr marL="54864" marR="54864" marT="18288" marB="18288" anchor="ctr"/>
                </a:tc>
              </a:tr>
              <a:tr h="435025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22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Cedar Elevation Max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Applies the maximum from the Pool Elevation Limits table.</a:t>
                      </a:r>
                    </a:p>
                  </a:txBody>
                  <a:tcPr marL="54864" marR="54864" marT="18288" marB="18288" anchor="ctr"/>
                </a:tc>
              </a:tr>
              <a:tr h="435025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23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Cedar Elevation Min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Applies the minimum from the Pool Elevation Limits table.</a:t>
                      </a:r>
                    </a:p>
                  </a:txBody>
                  <a:tcPr marL="54864" marR="54864" marT="18288" marB="18288" anchor="ctr"/>
                </a:tc>
              </a:tr>
              <a:tr h="435025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24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Cedar Outflow Min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Floors the release at the minimum outflow.</a:t>
                      </a:r>
                    </a:p>
                  </a:txBody>
                  <a:tcPr marL="54864" marR="54864" marT="18288" marB="18288" anchor="ctr"/>
                </a:tc>
              </a:tr>
              <a:tr h="435025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25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Cedar End of Month Guide Curve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Solves for guide-curve storage on the last day of the month, and walks toward it on other days.</a:t>
                      </a:r>
                    </a:p>
                  </a:txBody>
                  <a:tcPr marL="54864" marR="54864" marT="18288" marB="18288" anchor="ctr"/>
                </a:tc>
              </a:tr>
              <a:tr h="435025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Dogwood Irrigation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Computes west-basin irrigation availability the same way, gated by Dogwood's own floor.</a:t>
                      </a:r>
                    </a:p>
                  </a:txBody>
                  <a:tcPr marL="54864" marR="54864" marT="18288" marB="18288" anchor="ctr"/>
                </a:tc>
              </a:tr>
              <a:tr h="435033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Dogwood Available for Diversion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Offers the storage above Dogwood's Diversion Min Elevation to its irrigation diversion.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12051" y="6420803"/>
            <a:ext cx="1116759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ArborBasin.mdl  |  2026-08-28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East basin: senior rights come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51" y="1371600"/>
            <a:ext cx="1116759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>
                <a:solidFill>
                  <a:schemeClr val="tx1"/>
                </a:solidFill>
              </a:rPr>
              <a:t>Rule set "Arbor Basin Rules (from MRM run)", agenda order ASCENDING -- the bottom rule fires first, and a rule listed higher fires later and overrides it.</a:t>
            </a:r>
          </a:p>
          <a:p>
            <a:pPr>
              <a:spcAft>
                <a:spcPts val="540"/>
              </a:spcAft>
            </a:pPr>
            <a:r>
              <a:rPr sz="1200">
                <a:solidFill>
                  <a:schemeClr val="tx1"/>
                </a:solidFill>
              </a:rPr>
              <a:t>Operating policy for the Arbor Basin: hold each reservoir between its elevation limits, operate the west cascade to guide curves and targets, move water east through the transba...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2051" y="1993392"/>
          <a:ext cx="11167591" cy="4350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055"/>
                <a:gridCol w="4020333"/>
                <a:gridCol w="6477203"/>
              </a:tblGrid>
              <a:tr h="483362"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#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Group and rules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What it does</a:t>
                      </a:r>
                    </a:p>
                  </a:txBody>
                  <a:tcPr marL="54864" marR="54864" marT="18288" marB="18288" anchor="ctr"/>
                </a:tc>
              </a:tr>
              <a:tr h="483362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Hickory Rules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The east basin's water-rights logic. The firing order is the policy.</a:t>
                      </a:r>
                    </a:p>
                  </a:txBody>
                  <a:tcPr marL="54864" marR="54864" marT="18288" marB="18288" anchor="ctr"/>
                </a:tc>
              </a:tr>
              <a:tr h="483362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Hickory Elevation Max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Increases the release when the pool would exceed its maximum.</a:t>
                      </a:r>
                    </a:p>
                  </a:txBody>
                  <a:tcPr marL="54864" marR="54864" marT="18288" marB="18288" anchor="ctr"/>
                </a:tc>
              </a:tr>
              <a:tr h="483362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7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Hickory Elevation Min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Cuts the release when the pool would fall below its minimum.</a:t>
                      </a:r>
                    </a:p>
                  </a:txBody>
                  <a:tcPr marL="54864" marR="54864" marT="18288" marB="18288" anchor="ctr"/>
                </a:tc>
              </a:tr>
              <a:tr h="483362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Hickory Elevation Min Reduce Diversion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Cuts the diversion further when the pool is below its minimum.</a:t>
                      </a:r>
                    </a:p>
                  </a:txBody>
                  <a:tcPr marL="54864" marR="54864" marT="18288" marB="18288" anchor="ctr"/>
                </a:tc>
              </a:tr>
              <a:tr h="483362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9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Reduce Hickory Diversion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Cuts the canal supply to Linden and Mulberry in favour of Juniper's senior rights.</a:t>
                      </a:r>
                    </a:p>
                  </a:txBody>
                  <a:tcPr marL="54864" marR="54864" marT="18288" marB="18288" anchor="ctr"/>
                </a:tc>
              </a:tr>
              <a:tr h="483362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10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Supplement Juniper from Hickory Storage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Releases stored water for Juniper, but only while the pool is above its supplement threshold.</a:t>
                      </a:r>
                    </a:p>
                  </a:txBody>
                  <a:tcPr marL="54864" marR="54864" marT="18288" marB="18288" anchor="ctr"/>
                </a:tc>
              </a:tr>
              <a:tr h="483362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11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Hickory Pass Natural Flows for Juniper and Interstate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Passes the natural flow arriving above the reservoir, up to what Juniper and the interstate minimum need.</a:t>
                      </a:r>
                    </a:p>
                  </a:txBody>
                  <a:tcPr marL="54864" marR="54864" marT="18288" marB="18288" anchor="ctr"/>
                </a:tc>
              </a:tr>
              <a:tr h="483362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12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Interstate Flow Requirement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Reserves the interstate minimum first, by setting the Juniper Diversion's minimum bypass.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12051" y="6420803"/>
            <a:ext cx="1116759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ArborBasin.mdl  |  2026-08-28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Lower cascade: the same two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51" y="1371600"/>
            <a:ext cx="1116759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>
                <a:solidFill>
                  <a:schemeClr val="tx1"/>
                </a:solidFill>
              </a:rPr>
              <a:t>Rule set "Arbor Basin Rules (from MRM run)", agenda order ASCENDING -- the bottom rule fires first, and a rule listed higher fires later and overrides it.</a:t>
            </a:r>
          </a:p>
          <a:p>
            <a:pPr>
              <a:spcAft>
                <a:spcPts val="540"/>
              </a:spcAft>
            </a:pPr>
            <a:r>
              <a:rPr sz="1200">
                <a:solidFill>
                  <a:schemeClr val="tx1"/>
                </a:solidFill>
              </a:rPr>
              <a:t>Operating policy for the Arbor Basin: hold each reservoir between its elevation limits, operate the west cascade to guide curves and targets, move water east through the transba...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2051" y="1993392"/>
          <a:ext cx="11167591" cy="4350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055"/>
                <a:gridCol w="4020333"/>
                <a:gridCol w="6477203"/>
              </a:tblGrid>
              <a:tr h="395478"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#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Group and rules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What it does</a:t>
                      </a:r>
                    </a:p>
                  </a:txBody>
                  <a:tcPr marL="54864" marR="54864" marT="18288" marB="18288" anchor="ctr"/>
                </a:tc>
              </a:tr>
              <a:tr h="395478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Dogwood Rules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The safeguard pattern only: floors and ceilings, no separate base operation.</a:t>
                      </a:r>
                    </a:p>
                  </a:txBody>
                  <a:tcPr marL="54864" marR="54864" marT="18288" marB="18288" anchor="ctr"/>
                </a:tc>
              </a:tr>
              <a:tr h="395478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18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Dogwood Elevation Max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Increases the release when the pool would exceed its maximum.</a:t>
                      </a:r>
                    </a:p>
                  </a:txBody>
                  <a:tcPr marL="54864" marR="54864" marT="18288" marB="18288" anchor="ctr"/>
                </a:tc>
              </a:tr>
              <a:tr h="395478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19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Dogwood Elevation Min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Cuts the release when the pool would fall below its minimum.</a:t>
                      </a:r>
                    </a:p>
                  </a:txBody>
                  <a:tcPr marL="54864" marR="54864" marT="18288" marB="18288" anchor="ctr"/>
                </a:tc>
              </a:tr>
              <a:tr h="395478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Dogwood Outflow Min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Floors the release at the minimum outflow.</a:t>
                      </a:r>
                    </a:p>
                  </a:txBody>
                  <a:tcPr marL="54864" marR="54864" marT="18288" marB="18288" anchor="ctr"/>
                </a:tc>
              </a:tr>
              <a:tr h="395478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Elm Rules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The bottom reservoir of the cascade, with a pool elevation target and a flood release rule.</a:t>
                      </a:r>
                    </a:p>
                  </a:txBody>
                  <a:tcPr marL="54864" marR="54864" marT="18288" marB="18288" anchor="ctr"/>
                </a:tc>
              </a:tr>
              <a:tr h="395478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13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Elm Elevation Max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Increases the release when the pool would exceed its maximum.</a:t>
                      </a:r>
                    </a:p>
                  </a:txBody>
                  <a:tcPr marL="54864" marR="54864" marT="18288" marB="18288" anchor="ctr"/>
                </a:tc>
              </a:tr>
              <a:tr h="395478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Elm Elevation Min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Cuts the release when the pool would fall below its minimum.</a:t>
                      </a:r>
                    </a:p>
                  </a:txBody>
                  <a:tcPr marL="54864" marR="54864" marT="18288" marB="18288" anchor="ctr"/>
                </a:tc>
              </a:tr>
              <a:tr h="395478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15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Elm Outflow Min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Floors the release at the minimum outflow.</a:t>
                      </a:r>
                    </a:p>
                  </a:txBody>
                  <a:tcPr marL="54864" marR="54864" marT="18288" marB="18288" anchor="ctr"/>
                </a:tc>
              </a:tr>
              <a:tr h="395478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16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Elm Pool Elevation Target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The base operation: release toward the target pool elevation.</a:t>
                      </a:r>
                    </a:p>
                  </a:txBody>
                  <a:tcPr marL="54864" marR="54864" marT="18288" marB="18288" anchor="ctr"/>
                </a:tc>
              </a:tr>
              <a:tr h="395478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17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Elm Required Spill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Makes the flood release when one is required.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12051" y="6420803"/>
            <a:ext cx="1116759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ArborBasin.mdl  |  2026-08-28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Post-processing: what the run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51" y="1371600"/>
            <a:ext cx="1116759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>
                <a:solidFill>
                  <a:schemeClr val="tx1"/>
                </a:solidFill>
              </a:rPr>
              <a:t>Rule set "Arbor Basin Rules (from MRM run)", agenda order ASCENDING -- the bottom rule fires first, and a rule listed higher fires later and overrides it.</a:t>
            </a:r>
          </a:p>
          <a:p>
            <a:pPr>
              <a:spcAft>
                <a:spcPts val="540"/>
              </a:spcAft>
            </a:pPr>
            <a:r>
              <a:rPr sz="1200">
                <a:solidFill>
                  <a:schemeClr val="tx1"/>
                </a:solidFill>
              </a:rPr>
              <a:t>Operating policy for the Arbor Basin: hold each reservoir between its elevation limits, operate the west cascade to guide curves and targets, move water east through the transba...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2051" y="1993392"/>
          <a:ext cx="11167591" cy="4350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055"/>
                <a:gridCol w="4020333"/>
                <a:gridCol w="6477203"/>
              </a:tblGrid>
              <a:tr h="621465"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#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Group and rules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1"/>
                      </a:pPr>
                      <a:r>
                        <a:t>What it does</a:t>
                      </a:r>
                    </a:p>
                  </a:txBody>
                  <a:tcPr marL="54864" marR="54864" marT="18288" marB="18288" anchor="ctr"/>
                </a:tc>
              </a:tr>
              <a:tr h="621465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Post-processing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Fires last, and writes the system-wide summary slots nothing else reads.</a:t>
                      </a:r>
                    </a:p>
                  </a:txBody>
                  <a:tcPr marL="54864" marR="54864" marT="18288" marB="18288" anchor="ctr"/>
                </a:tc>
              </a:tr>
              <a:tr h="621465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Energy Cumulative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Accumulates each power object's energy over the run.</a:t>
                      </a:r>
                    </a:p>
                  </a:txBody>
                  <a:tcPr marL="54864" marR="54864" marT="18288" marB="18288" anchor="ctr"/>
                </a:tc>
              </a:tr>
              <a:tr h="621465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System Spill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Sums spill volume across the reservoirs.</a:t>
                      </a:r>
                    </a:p>
                  </a:txBody>
                  <a:tcPr marL="54864" marR="54864" marT="18288" marB="18288" anchor="ctr"/>
                </a:tc>
              </a:tr>
              <a:tr h="621465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3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System Depletion Shortage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Sums depletion shortage across the water users.</a:t>
                      </a:r>
                    </a:p>
                  </a:txBody>
                  <a:tcPr marL="54864" marR="54864" marT="18288" marB="18288" anchor="ctr"/>
                </a:tc>
              </a:tr>
              <a:tr h="621465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4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System Energy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Sums energy across the power objects into System Data.</a:t>
                      </a:r>
                    </a:p>
                  </a:txBody>
                  <a:tcPr marL="54864" marR="54864" marT="18288" marB="18288" anchor="ctr"/>
                </a:tc>
              </a:tr>
              <a:tr h="621468"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    Interstate Flow Requirement Violation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>
                        <a:defRPr sz="1100" b="0"/>
                      </a:pPr>
                      <a:r>
                        <a:t>Records any shortfall below the interstate minimum flow.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12051" y="6420803"/>
            <a:ext cx="1116759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ArborBasin.mdl  |  2026-08-28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levers an external workflow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51" y="1371600"/>
            <a:ext cx="11167593" cy="4972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>
                <a:solidFill>
                  <a:schemeClr val="tx1"/>
                </a:solidFill>
              </a:rPr>
              <a:t>- Cedar.Diversion Min Elevation - the floor below which the transbasin diversion is cut off</a:t>
            </a:r>
          </a:p>
          <a:p>
            <a:pPr>
              <a:spcAft>
                <a:spcPts val="810"/>
              </a:spcAft>
            </a:pPr>
            <a:r>
              <a:rPr sz="1800">
                <a:solidFill>
                  <a:schemeClr val="tx1"/>
                </a:solidFill>
              </a:rPr>
              <a:t>- Cedar.Pool Elevation Limits - the adjustable maximum and minimum operating elevations</a:t>
            </a:r>
          </a:p>
          <a:p>
            <a:pPr>
              <a:spcAft>
                <a:spcPts val="810"/>
              </a:spcAft>
            </a:pPr>
            <a:r>
              <a:rPr sz="1800">
                <a:solidFill>
                  <a:schemeClr val="tx1"/>
                </a:solidFill>
              </a:rPr>
              <a:t>- Dogwood.Diversion Min Elevation - the floor for west-basin irrigation access</a:t>
            </a:r>
          </a:p>
          <a:p>
            <a:pPr>
              <a:spcAft>
                <a:spcPts val="810"/>
              </a:spcAft>
            </a:pPr>
            <a:r>
              <a:rPr sz="1800">
                <a:solidFill>
                  <a:schemeClr val="tx1"/>
                </a:solidFill>
              </a:rPr>
              <a:t>- Hickory.Pool Elevation Min to Supplement Irrigation - how deeply east-basin storage is drawn for irrigation</a:t>
            </a:r>
          </a:p>
          <a:p>
            <a:pPr>
              <a:spcAft>
                <a:spcPts val="810"/>
              </a:spcAft>
            </a:pPr>
            <a:r>
              <a:rPr sz="1800">
                <a:solidFill>
                  <a:schemeClr val="tx1"/>
                </a:solidFill>
              </a:rPr>
              <a:t>- Input DMIs write these before a run; output DMIs export the System Data totals after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51" y="6420803"/>
            <a:ext cx="1116759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ArborBasin.mdl  |  2026-08-28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Simulated pool elevations, 2018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51" y="6030976"/>
            <a:ext cx="11167593" cy="312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>
                <a:solidFill>
                  <a:schemeClr val="tx1"/>
                </a:solidFill>
              </a:rPr>
              <a:t>- One reservoir from each part of the story: the two power reservoirs at the top, Cedar at the hinge, and Hickory in the east.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12051" y="1371600"/>
          <a:ext cx="11167593" cy="465937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12051" y="6420803"/>
            <a:ext cx="1116759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ArborBasin.mdl  |  2026-08-28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What actually crossed the divide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51" y="6030976"/>
            <a:ext cx="11167593" cy="312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>
                <a:solidFill>
                  <a:schemeClr val="tx1"/>
                </a:solidFill>
              </a:rPr>
              <a:t>- Cedar's release, the transbasin diversion it feeds, and what Hickory passed downstream.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12051" y="1371600"/>
          <a:ext cx="11167593" cy="465937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12051" y="6420803"/>
            <a:ext cx="1116759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ArborBasin.mdl  |  2026-08-28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Reading this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51" y="1371600"/>
            <a:ext cx="11167593" cy="4972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5"/>
              </a:spcAft>
            </a:pPr>
            <a:r>
              <a:rPr sz="1500">
                <a:solidFill>
                  <a:schemeClr val="tx1"/>
                </a:solidFill>
              </a:rPr>
              <a:t>- Every figure here comes from the model file itself; nothing is inferred beyond it.</a:t>
            </a:r>
          </a:p>
          <a:p>
            <a:pPr>
              <a:spcAft>
                <a:spcPts val="675"/>
              </a:spcAft>
            </a:pPr>
            <a:r>
              <a:rPr sz="1500">
                <a:solidFill>
                  <a:schemeClr val="tx1"/>
                </a:solidFill>
              </a:rPr>
              <a:t>- Result series are the values stored in the model when it was saved, not a fresh run.</a:t>
            </a:r>
          </a:p>
          <a:p>
            <a:pPr>
              <a:spcAft>
                <a:spcPts val="675"/>
              </a:spcAft>
            </a:pPr>
            <a:r>
              <a:rPr sz="1500">
                <a:solidFill>
                  <a:schemeClr val="tx1"/>
                </a:solidFill>
              </a:rPr>
              <a:t>- Rule behaviour is summarised. RiverWare's Rule Log is the authority on what actually fired.</a:t>
            </a:r>
          </a:p>
          <a:p>
            <a:pPr>
              <a:spcAft>
                <a:spcPts val="675"/>
              </a:spcAft>
            </a:pPr>
            <a:r>
              <a:rPr sz="1500">
                <a:solidFill>
                  <a:schemeClr val="tx1"/>
                </a:solidFill>
              </a:rPr>
              <a:t>- Check any number against RiverWare before it informs a decision.</a:t>
            </a:r>
          </a:p>
          <a:p>
            <a:pPr>
              <a:spcAft>
                <a:spcPts val="675"/>
              </a:spcAft>
            </a:pPr>
            <a:r>
              <a:rPr sz="1500">
                <a:solidFill>
                  <a:schemeClr val="tx1"/>
                </a:solidFill>
              </a:rPr>
              <a:t>- Arbor Basin is the CADSWES training model, not an operating model of a real basin.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51" y="6420803"/>
            <a:ext cx="1116759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chemeClr val="tx1"/>
                </a:solidFill>
              </a:rPr>
              <a:t>ArborBasin.mdl  |  2026-08-28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Arbor Basin: how the system is operated</dc:title>
  <dc:subject/>
  <dc:creator/>
  <cp:keywords/>
  <dc:description>generated using python-pptx</dc:description>
  <cp:lastModifiedBy/>
  <cp:revision>1</cp:revision>
  <dcterms:created xsi:type="dcterms:W3CDTF">2001-01-01T00:00:00Z</dcterms:created>
  <dcterms:modified xsi:type="dcterms:W3CDTF">2001-01-01T00:00:00Z</dcterms:modified>
  <cp:category/>
</cp:coreProperties>
</file>